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Source Code Pro"/>
      <p:regular r:id="rId18"/>
      <p:bold r:id="rId19"/>
      <p:italic r:id="rId20"/>
      <p:boldItalic r:id="rId21"/>
    </p:embeddedFont>
    <p:embeddedFont>
      <p:font typeface="PT Sans"/>
      <p:regular r:id="rId22"/>
      <p:bold r:id="rId23"/>
      <p:italic r:id="rId24"/>
      <p:boldItalic r:id="rId25"/>
    </p:embeddedFont>
    <p:embeddedFont>
      <p:font typeface="IBM Plex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AD060A-59CC-401D-B210-63D581885097}">
  <a:tblStyle styleId="{EEAD060A-59CC-401D-B210-63D58188509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italic.fntdata"/><Relationship Id="rId22" Type="http://schemas.openxmlformats.org/officeDocument/2006/relationships/font" Target="fonts/PTSans-regular.fntdata"/><Relationship Id="rId21" Type="http://schemas.openxmlformats.org/officeDocument/2006/relationships/font" Target="fonts/SourceCodePro-boldItalic.fntdata"/><Relationship Id="rId24" Type="http://schemas.openxmlformats.org/officeDocument/2006/relationships/font" Target="fonts/PTSans-italic.fntdata"/><Relationship Id="rId23" Type="http://schemas.openxmlformats.org/officeDocument/2006/relationships/font" Target="fonts/PT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Mono-regular.fntdata"/><Relationship Id="rId25" Type="http://schemas.openxmlformats.org/officeDocument/2006/relationships/font" Target="fonts/PTSans-boldItalic.fntdata"/><Relationship Id="rId28" Type="http://schemas.openxmlformats.org/officeDocument/2006/relationships/font" Target="fonts/IBMPlexMono-italic.fntdata"/><Relationship Id="rId27" Type="http://schemas.openxmlformats.org/officeDocument/2006/relationships/font" Target="fonts/IBMPlex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SourceCodePro-bold.fntdata"/><Relationship Id="rId18" Type="http://schemas.openxmlformats.org/officeDocument/2006/relationships/font" Target="fonts/SourceCodePr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2" name="Google Shape;14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9" name="Google Shape;14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8" name="Google Shape;14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4" name="Google Shape;14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8" name="Google Shape;14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7" name="Google Shape;148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5" name="Google Shape;14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397b4cad28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397b4cad28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1" y="-2900775"/>
            <a:ext cx="10039931" cy="6871129"/>
            <a:chOff x="-3102781" y="-2727750"/>
            <a:chExt cx="10039931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5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6"/>
                  </a:srgbClr>
                </a:gs>
                <a:gs pos="78000">
                  <a:srgbClr val="F5F8FF">
                    <a:alpha val="46666"/>
                  </a:srgbClr>
                </a:gs>
                <a:gs pos="100000">
                  <a:srgbClr val="F5F8FF">
                    <a:alpha val="4666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4" name="Google Shape;54;p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5"/>
            <a:chOff x="-309885" y="3617406"/>
            <a:chExt cx="1448824" cy="2238805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8" name="Google Shape;98;p3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99" name="Google Shape;99;p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0" name="Google Shape;100;p3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01" name="Google Shape;101;p3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" name="Google Shape;103;p3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" name="Google Shape;104;p3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05" name="Google Shape;105;p3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07" name="Google Shape;107;p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" name="Google Shape;108;p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9" name="Google Shape;109;p3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10" name="Google Shape;110;p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" name="Google Shape;111;p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2" name="Google Shape;112;p3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13" name="Google Shape;113;p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" name="Google Shape;114;p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15" name="Google Shape;115;p3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16" name="Google Shape;116;p3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3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19" name="Google Shape;119;p3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0" name="Google Shape;120;p3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" name="Google Shape;123;p3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" name="Google Shape;125;p3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26" name="Google Shape;126;p3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3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3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4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"/>
          <p:cNvSpPr txBox="1"/>
          <p:nvPr>
            <p:ph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6" name="Google Shape;136;p4"/>
          <p:cNvSpPr txBox="1"/>
          <p:nvPr>
            <p:ph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7" name="Google Shape;137;p4"/>
          <p:cNvSpPr txBox="1"/>
          <p:nvPr>
            <p:ph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8" name="Google Shape;138;p4"/>
          <p:cNvSpPr txBox="1"/>
          <p:nvPr>
            <p:ph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9" name="Google Shape;139;p4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140" name="Google Shape;140;p4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141" name="Google Shape;141;p4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2" name="Google Shape;142;p4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43" name="Google Shape;143;p4"/>
          <p:cNvGrpSpPr/>
          <p:nvPr/>
        </p:nvGrpSpPr>
        <p:grpSpPr>
          <a:xfrm>
            <a:off x="-808923" y="2711464"/>
            <a:ext cx="2097951" cy="3309499"/>
            <a:chOff x="-656523" y="2711464"/>
            <a:chExt cx="2097951" cy="3309499"/>
          </a:xfrm>
        </p:grpSpPr>
        <p:sp>
          <p:nvSpPr>
            <p:cNvPr id="144" name="Google Shape;144;p4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" name="Google Shape;145;p4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146" name="Google Shape;146;p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-541317" y="2711464"/>
              <a:ext cx="1117945" cy="1598548"/>
              <a:chOff x="-541317" y="2711464"/>
              <a:chExt cx="1117945" cy="1598548"/>
            </a:xfrm>
          </p:grpSpPr>
          <p:sp>
            <p:nvSpPr>
              <p:cNvPr id="154" name="Google Shape;154;p4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5" name="Google Shape;155;p4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156" name="Google Shape;156;p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" name="Google Shape;157;p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8" name="Google Shape;158;p4"/>
            <p:cNvGrpSpPr/>
            <p:nvPr/>
          </p:nvGrpSpPr>
          <p:grpSpPr>
            <a:xfrm rot="-9080766">
              <a:off x="-341725" y="3731687"/>
              <a:ext cx="1117904" cy="1598489"/>
              <a:chOff x="-541317" y="2711464"/>
              <a:chExt cx="1117945" cy="1598548"/>
            </a:xfrm>
          </p:grpSpPr>
          <p:sp>
            <p:nvSpPr>
              <p:cNvPr id="159" name="Google Shape;159;p4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0" name="Google Shape;160;p4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161" name="Google Shape;161;p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" name="Google Shape;162;p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3" name="Google Shape;163;p4"/>
            <p:cNvGrpSpPr/>
            <p:nvPr/>
          </p:nvGrpSpPr>
          <p:grpSpPr>
            <a:xfrm rot="10800000">
              <a:off x="323483" y="4422415"/>
              <a:ext cx="1117945" cy="1598548"/>
              <a:chOff x="-541317" y="2711464"/>
              <a:chExt cx="1117945" cy="1598548"/>
            </a:xfrm>
          </p:grpSpPr>
          <p:sp>
            <p:nvSpPr>
              <p:cNvPr id="164" name="Google Shape;164;p4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72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5" name="Google Shape;165;p4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166" name="Google Shape;166;p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68" name="Google Shape;168;p4"/>
          <p:cNvGrpSpPr/>
          <p:nvPr/>
        </p:nvGrpSpPr>
        <p:grpSpPr>
          <a:xfrm>
            <a:off x="6470875" y="-1735181"/>
            <a:ext cx="4257001" cy="4171657"/>
            <a:chOff x="6394675" y="-1658981"/>
            <a:chExt cx="4257001" cy="4171657"/>
          </a:xfrm>
        </p:grpSpPr>
        <p:grpSp>
          <p:nvGrpSpPr>
            <p:cNvPr id="169" name="Google Shape;169;p4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3" name="Google Shape;173;p4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4"/>
          <p:cNvGrpSpPr/>
          <p:nvPr/>
        </p:nvGrpSpPr>
        <p:grpSpPr>
          <a:xfrm>
            <a:off x="783712" y="-601348"/>
            <a:ext cx="993792" cy="1795200"/>
            <a:chOff x="783712" y="-601348"/>
            <a:chExt cx="993792" cy="1795200"/>
          </a:xfrm>
        </p:grpSpPr>
        <p:sp>
          <p:nvSpPr>
            <p:cNvPr id="176" name="Google Shape;176;p4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" name="Google Shape;177;p4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8" name="Google Shape;178;p4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1" name="Google Shape;181;p5"/>
          <p:cNvSpPr txBox="1"/>
          <p:nvPr>
            <p:ph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2" name="Google Shape;182;p5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3" name="Google Shape;183;p5"/>
          <p:cNvGrpSpPr/>
          <p:nvPr/>
        </p:nvGrpSpPr>
        <p:grpSpPr>
          <a:xfrm>
            <a:off x="-539205" y="-1717975"/>
            <a:ext cx="4397193" cy="4171657"/>
            <a:chOff x="-494405" y="-1584825"/>
            <a:chExt cx="4397193" cy="4171657"/>
          </a:xfrm>
        </p:grpSpPr>
        <p:grpSp>
          <p:nvGrpSpPr>
            <p:cNvPr id="184" name="Google Shape;184;p5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185" name="Google Shape;185;p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88" name="Google Shape;188;p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" name="Google Shape;190;p5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191" name="Google Shape;191;p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92" name="Google Shape;192;p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" name="Google Shape;196;p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7" name="Google Shape;197;p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8" name="Google Shape;198;p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9" name="Google Shape;199;p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5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01" name="Google Shape;201;p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2" name="Google Shape;202;p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3" name="Google Shape;203;p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4" name="Google Shape;204;p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5" name="Google Shape;205;p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6" name="Google Shape;206;p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09" name="Google Shape;209;p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11" name="Google Shape;211;p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2" name="Google Shape;212;p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3" name="Google Shape;213;p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4" name="Google Shape;214;p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" name="Google Shape;215;p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" name="Google Shape;216;p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9" name="Google Shape;219;p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6" name="Google Shape;226;p6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6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8" name="Google Shape;228;p6"/>
          <p:cNvGrpSpPr/>
          <p:nvPr/>
        </p:nvGrpSpPr>
        <p:grpSpPr>
          <a:xfrm>
            <a:off x="-96328" y="4888563"/>
            <a:ext cx="1590409" cy="88126"/>
            <a:chOff x="124625" y="4953514"/>
            <a:chExt cx="1137388" cy="88143"/>
          </a:xfrm>
        </p:grpSpPr>
        <p:sp>
          <p:nvSpPr>
            <p:cNvPr id="229" name="Google Shape;229;p6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46666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46666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6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232" name="Google Shape;232;p6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6"/>
          <p:cNvGrpSpPr/>
          <p:nvPr/>
        </p:nvGrpSpPr>
        <p:grpSpPr>
          <a:xfrm>
            <a:off x="4598006" y="-1699037"/>
            <a:ext cx="5579795" cy="3203424"/>
            <a:chOff x="4521806" y="-1546637"/>
            <a:chExt cx="5579795" cy="3203424"/>
          </a:xfrm>
        </p:grpSpPr>
        <p:grpSp>
          <p:nvGrpSpPr>
            <p:cNvPr id="237" name="Google Shape;237;p6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238" name="Google Shape;238;p6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41" name="Google Shape;241;p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6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4" name="Google Shape;244;p6"/>
            <p:cNvGrpSpPr/>
            <p:nvPr/>
          </p:nvGrpSpPr>
          <p:grpSpPr>
            <a:xfrm rot="10800000">
              <a:off x="8323179" y="210224"/>
              <a:ext cx="1493504" cy="88126"/>
              <a:chOff x="124625" y="4953514"/>
              <a:chExt cx="1137388" cy="88143"/>
            </a:xfrm>
          </p:grpSpPr>
          <p:sp>
            <p:nvSpPr>
              <p:cNvPr id="245" name="Google Shape;245;p6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" name="Google Shape;247;p6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248" name="Google Shape;248;p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5" name="Google Shape;255;p6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256" name="Google Shape;256;p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5" name="Google Shape;265;p7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8" name="Google Shape;268;p8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9" name="Google Shape;269;p8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0" name="Google Shape;270;p8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71" name="Google Shape;271;p8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72" name="Google Shape;272;p8"/>
          <p:cNvGrpSpPr/>
          <p:nvPr/>
        </p:nvGrpSpPr>
        <p:grpSpPr>
          <a:xfrm>
            <a:off x="7579113" y="-890400"/>
            <a:ext cx="2898275" cy="3032950"/>
            <a:chOff x="7198113" y="-890400"/>
            <a:chExt cx="2898275" cy="3032950"/>
          </a:xfrm>
        </p:grpSpPr>
        <p:pic>
          <p:nvPicPr>
            <p:cNvPr id="273" name="Google Shape;273;p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4" name="Google Shape;274;p8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8" name="Google Shape;278;p8"/>
          <p:cNvGrpSpPr/>
          <p:nvPr/>
        </p:nvGrpSpPr>
        <p:grpSpPr>
          <a:xfrm>
            <a:off x="-613920" y="3693606"/>
            <a:ext cx="2048058" cy="2238805"/>
            <a:chOff x="-461520" y="3617406"/>
            <a:chExt cx="2048058" cy="2238805"/>
          </a:xfrm>
        </p:grpSpPr>
        <p:grpSp>
          <p:nvGrpSpPr>
            <p:cNvPr id="279" name="Google Shape;279;p8"/>
            <p:cNvGrpSpPr/>
            <p:nvPr/>
          </p:nvGrpSpPr>
          <p:grpSpPr>
            <a:xfrm>
              <a:off x="-461520" y="3617406"/>
              <a:ext cx="1916534" cy="2238805"/>
              <a:chOff x="-461520" y="3617406"/>
              <a:chExt cx="1916534" cy="2238805"/>
            </a:xfrm>
          </p:grpSpPr>
          <p:grpSp>
            <p:nvGrpSpPr>
              <p:cNvPr id="280" name="Google Shape;280;p8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281" name="Google Shape;281;p8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" name="Google Shape;282;p8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3" name="Google Shape;283;p8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4" name="Google Shape;284;p8"/>
              <p:cNvGrpSpPr/>
              <p:nvPr/>
            </p:nvGrpSpPr>
            <p:grpSpPr>
              <a:xfrm>
                <a:off x="-309885" y="3617406"/>
                <a:ext cx="1448824" cy="2238805"/>
                <a:chOff x="-309885" y="3617406"/>
                <a:chExt cx="1448824" cy="2238805"/>
              </a:xfrm>
            </p:grpSpPr>
            <p:grpSp>
              <p:nvGrpSpPr>
                <p:cNvPr id="285" name="Google Shape;285;p8"/>
                <p:cNvGrpSpPr/>
                <p:nvPr/>
              </p:nvGrpSpPr>
              <p:grpSpPr>
                <a:xfrm>
                  <a:off x="-277007" y="3870159"/>
                  <a:ext cx="981772" cy="1986052"/>
                  <a:chOff x="-293545" y="3454371"/>
                  <a:chExt cx="981772" cy="1986052"/>
                </a:xfrm>
              </p:grpSpPr>
              <p:sp>
                <p:nvSpPr>
                  <p:cNvPr id="286" name="Google Shape;286;p8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" name="Google Shape;287;p8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8" name="Google Shape;288;p8"/>
                <p:cNvGrpSpPr/>
                <p:nvPr/>
              </p:nvGrpSpPr>
              <p:grpSpPr>
                <a:xfrm>
                  <a:off x="363249" y="4906873"/>
                  <a:ext cx="699940" cy="478601"/>
                  <a:chOff x="39723" y="4349021"/>
                  <a:chExt cx="1061964" cy="726143"/>
                </a:xfrm>
              </p:grpSpPr>
              <p:grpSp>
                <p:nvGrpSpPr>
                  <p:cNvPr id="289" name="Google Shape;289;p8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90" name="Google Shape;290;p8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291" name="Google Shape;291;p8"/>
                    <p:cNvGrpSpPr/>
                    <p:nvPr/>
                  </p:nvGrpSpPr>
                  <p:grpSpPr>
                    <a:xfrm>
                      <a:off x="1232795" y="-1740829"/>
                      <a:ext cx="717622" cy="717393"/>
                      <a:chOff x="1483457" y="3953671"/>
                      <a:chExt cx="717622" cy="717393"/>
                    </a:xfrm>
                  </p:grpSpPr>
                  <p:sp>
                    <p:nvSpPr>
                      <p:cNvPr id="292" name="Google Shape;292;p8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93" name="Google Shape;293;p8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94" name="Google Shape;294;p8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95" name="Google Shape;295;p8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96" name="Google Shape;296;p8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297" name="Google Shape;297;p8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98" name="Google Shape;298;p8"/>
                <p:cNvGrpSpPr/>
                <p:nvPr/>
              </p:nvGrpSpPr>
              <p:grpSpPr>
                <a:xfrm rot="-5400000">
                  <a:off x="-461872" y="3769394"/>
                  <a:ext cx="1351491" cy="1047516"/>
                  <a:chOff x="-2460210" y="2758494"/>
                  <a:chExt cx="1351491" cy="1047516"/>
                </a:xfrm>
              </p:grpSpPr>
              <p:sp>
                <p:nvSpPr>
                  <p:cNvPr id="299" name="Google Shape;299;p8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" name="Google Shape;300;p8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" name="Google Shape;301;p8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" name="Google Shape;302;p8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03" name="Google Shape;303;p8"/>
                <p:cNvGrpSpPr/>
                <p:nvPr/>
              </p:nvGrpSpPr>
              <p:grpSpPr>
                <a:xfrm>
                  <a:off x="438999" y="4567398"/>
                  <a:ext cx="699940" cy="478601"/>
                  <a:chOff x="39723" y="4349021"/>
                  <a:chExt cx="1061964" cy="726143"/>
                </a:xfrm>
              </p:grpSpPr>
              <p:grpSp>
                <p:nvGrpSpPr>
                  <p:cNvPr id="304" name="Google Shape;304;p8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305" name="Google Shape;305;p8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306" name="Google Shape;306;p8"/>
                    <p:cNvGrpSpPr/>
                    <p:nvPr/>
                  </p:nvGrpSpPr>
                  <p:grpSpPr>
                    <a:xfrm>
                      <a:off x="1232795" y="-1740829"/>
                      <a:ext cx="717622" cy="717393"/>
                      <a:chOff x="1483457" y="3953671"/>
                      <a:chExt cx="717622" cy="717393"/>
                    </a:xfrm>
                  </p:grpSpPr>
                  <p:sp>
                    <p:nvSpPr>
                      <p:cNvPr id="307" name="Google Shape;307;p8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08" name="Google Shape;308;p8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09" name="Google Shape;309;p8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10" name="Google Shape;310;p8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11" name="Google Shape;311;p8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12" name="Google Shape;312;p8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13" name="Google Shape;313;p8"/>
                <p:cNvGrpSpPr/>
                <p:nvPr/>
              </p:nvGrpSpPr>
              <p:grpSpPr>
                <a:xfrm>
                  <a:off x="-65076" y="4623886"/>
                  <a:ext cx="699940" cy="478601"/>
                  <a:chOff x="39723" y="4349021"/>
                  <a:chExt cx="1061964" cy="726143"/>
                </a:xfrm>
              </p:grpSpPr>
              <p:grpSp>
                <p:nvGrpSpPr>
                  <p:cNvPr id="314" name="Google Shape;314;p8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315" name="Google Shape;315;p8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316" name="Google Shape;316;p8"/>
                    <p:cNvGrpSpPr/>
                    <p:nvPr/>
                  </p:nvGrpSpPr>
                  <p:grpSpPr>
                    <a:xfrm>
                      <a:off x="1232795" y="-1740829"/>
                      <a:ext cx="717622" cy="717393"/>
                      <a:chOff x="1483457" y="3953671"/>
                      <a:chExt cx="717622" cy="717393"/>
                    </a:xfrm>
                  </p:grpSpPr>
                  <p:sp>
                    <p:nvSpPr>
                      <p:cNvPr id="317" name="Google Shape;317;p8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18" name="Google Shape;318;p8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19" name="Google Shape;319;p8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20" name="Google Shape;320;p8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21" name="Google Shape;321;p8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</a:srgbClr>
                          </a:gs>
                          <a:gs pos="100000">
                            <a:srgbClr val="FFFFFF">
                              <a:alpha val="46666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22" name="Google Shape;322;p8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323" name="Google Shape;323;p8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324" name="Google Shape;324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6" name="Google Shape;326;p8"/>
          <p:cNvGrpSpPr/>
          <p:nvPr/>
        </p:nvGrpSpPr>
        <p:grpSpPr>
          <a:xfrm>
            <a:off x="-2352525" y="-402069"/>
            <a:ext cx="5307515" cy="2438356"/>
            <a:chOff x="-2276325" y="-249669"/>
            <a:chExt cx="5307515" cy="2438356"/>
          </a:xfrm>
        </p:grpSpPr>
        <p:grpSp>
          <p:nvGrpSpPr>
            <p:cNvPr id="327" name="Google Shape;327;p8"/>
            <p:cNvGrpSpPr/>
            <p:nvPr/>
          </p:nvGrpSpPr>
          <p:grpSpPr>
            <a:xfrm rot="10800000">
              <a:off x="-1297788" y="-249669"/>
              <a:ext cx="2601921" cy="2438356"/>
              <a:chOff x="7340129" y="2866613"/>
              <a:chExt cx="2439225" cy="2438356"/>
            </a:xfrm>
          </p:grpSpPr>
          <p:sp>
            <p:nvSpPr>
              <p:cNvPr id="328" name="Google Shape;328;p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" name="Google Shape;330;p8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" name="Google Shape;331;p8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332" name="Google Shape;332;p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33" name="Google Shape;333;p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34" name="Google Shape;334;p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5" name="Google Shape;335;p8"/>
          <p:cNvGrpSpPr/>
          <p:nvPr/>
        </p:nvGrpSpPr>
        <p:grpSpPr>
          <a:xfrm>
            <a:off x="6795100" y="3095213"/>
            <a:ext cx="4558967" cy="2438356"/>
            <a:chOff x="6490300" y="2866613"/>
            <a:chExt cx="4558967" cy="2438356"/>
          </a:xfrm>
        </p:grpSpPr>
        <p:grpSp>
          <p:nvGrpSpPr>
            <p:cNvPr id="336" name="Google Shape;336;p8"/>
            <p:cNvGrpSpPr/>
            <p:nvPr/>
          </p:nvGrpSpPr>
          <p:grpSpPr>
            <a:xfrm>
              <a:off x="7340129" y="2866613"/>
              <a:ext cx="2439225" cy="2438356"/>
              <a:chOff x="7340129" y="2866613"/>
              <a:chExt cx="2439225" cy="2438356"/>
            </a:xfrm>
          </p:grpSpPr>
          <p:sp>
            <p:nvSpPr>
              <p:cNvPr id="337" name="Google Shape;337;p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9" name="Google Shape;339;p8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340" name="Google Shape;340;p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41" name="Google Shape;341;p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42" name="Google Shape;342;p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9"/>
          <p:cNvGrpSpPr/>
          <p:nvPr/>
        </p:nvGrpSpPr>
        <p:grpSpPr>
          <a:xfrm>
            <a:off x="7059553" y="-2136807"/>
            <a:ext cx="4192757" cy="4558967"/>
            <a:chOff x="6983353" y="-2136807"/>
            <a:chExt cx="4192757" cy="4558967"/>
          </a:xfrm>
        </p:grpSpPr>
        <p:grpSp>
          <p:nvGrpSpPr>
            <p:cNvPr id="345" name="Google Shape;345;p9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346" name="Google Shape;346;p9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7" name="Google Shape;347;p9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8" name="Google Shape;348;p9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349" name="Google Shape;349;p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50" name="Google Shape;350;p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51" name="Google Shape;351;p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2" name="Google Shape;352;p9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9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9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6" name="Google Shape;356;p9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57" name="Google Shape;357;p9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58" name="Google Shape;358;p9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359" name="Google Shape;359;p9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360" name="Google Shape;360;p9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" name="Google Shape;362;p9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363" name="Google Shape;363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0" name="Google Shape;370;p9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371" name="Google Shape;371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8" name="Google Shape;378;p9"/>
          <p:cNvGrpSpPr/>
          <p:nvPr/>
        </p:nvGrpSpPr>
        <p:grpSpPr>
          <a:xfrm>
            <a:off x="-235366" y="3828554"/>
            <a:ext cx="5249360" cy="2992224"/>
            <a:chOff x="-258616" y="3430829"/>
            <a:chExt cx="5249360" cy="2992224"/>
          </a:xfrm>
        </p:grpSpPr>
        <p:pic>
          <p:nvPicPr>
            <p:cNvPr id="379" name="Google Shape;379;p9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9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rgbClr val="F5F8FF">
                    <a:alpha val="31372"/>
                  </a:srgbClr>
                </a:gs>
                <a:gs pos="22000">
                  <a:srgbClr val="F5F8FF">
                    <a:alpha val="31372"/>
                  </a:srgbClr>
                </a:gs>
                <a:gs pos="45000">
                  <a:srgbClr val="FFFFFF">
                    <a:alpha val="31372"/>
                  </a:srgbClr>
                </a:gs>
                <a:gs pos="100000">
                  <a:srgbClr val="0C0A9E">
                    <a:alpha val="31372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rgbClr val="F5F8FF">
                    <a:alpha val="31372"/>
                  </a:srgbClr>
                </a:gs>
                <a:gs pos="22000">
                  <a:srgbClr val="F5F8FF">
                    <a:alpha val="31372"/>
                  </a:srgbClr>
                </a:gs>
                <a:gs pos="45000">
                  <a:srgbClr val="FFFFFF">
                    <a:alpha val="31372"/>
                  </a:srgbClr>
                </a:gs>
                <a:gs pos="100000">
                  <a:srgbClr val="0C0A9E">
                    <a:alpha val="31372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9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" name="Google Shape;385;p9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86" name="Google Shape;3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8" name="Google Shape;388;p9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89" name="Google Shape;3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1" name="Google Shape;391;p9"/>
          <p:cNvGrpSpPr/>
          <p:nvPr/>
        </p:nvGrpSpPr>
        <p:grpSpPr>
          <a:xfrm>
            <a:off x="-515562" y="-797997"/>
            <a:ext cx="1433416" cy="2584783"/>
            <a:chOff x="-363162" y="-645597"/>
            <a:chExt cx="1433416" cy="2584783"/>
          </a:xfrm>
        </p:grpSpPr>
        <p:grpSp>
          <p:nvGrpSpPr>
            <p:cNvPr id="392" name="Google Shape;392;p9"/>
            <p:cNvGrpSpPr/>
            <p:nvPr/>
          </p:nvGrpSpPr>
          <p:grpSpPr>
            <a:xfrm rot="10800000">
              <a:off x="-64596" y="-645597"/>
              <a:ext cx="1134850" cy="2370192"/>
              <a:chOff x="-575575" y="3685599"/>
              <a:chExt cx="1421049" cy="2967933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5" name="Google Shape;395;p9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6"/>
                  </a:srgbClr>
                </a:gs>
                <a:gs pos="78000">
                  <a:srgbClr val="F5F8FF">
                    <a:alpha val="46666"/>
                  </a:srgbClr>
                </a:gs>
                <a:gs pos="100000">
                  <a:srgbClr val="F5F8FF">
                    <a:alpha val="4666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6"/>
                  </a:srgbClr>
                </a:gs>
                <a:gs pos="78000">
                  <a:srgbClr val="F5F8FF">
                    <a:alpha val="46666"/>
                  </a:srgbClr>
                </a:gs>
                <a:gs pos="100000">
                  <a:srgbClr val="F5F8FF">
                    <a:alpha val="4666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7" name="Google Shape;397;p9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398" name="Google Shape;398;p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10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10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10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10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10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12" name="Google Shape;412;p10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13" name="Google Shape;413;p10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14" name="Google Shape;414;p10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415" name="Google Shape;415;p10"/>
          <p:cNvGrpSpPr/>
          <p:nvPr/>
        </p:nvGrpSpPr>
        <p:grpSpPr>
          <a:xfrm>
            <a:off x="-2902028" y="1271890"/>
            <a:ext cx="6191221" cy="6191221"/>
            <a:chOff x="-2825828" y="1271890"/>
            <a:chExt cx="6191221" cy="6191221"/>
          </a:xfrm>
        </p:grpSpPr>
        <p:pic>
          <p:nvPicPr>
            <p:cNvPr id="416" name="Google Shape;416;p1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7" name="Google Shape;417;p10"/>
            <p:cNvGrpSpPr/>
            <p:nvPr/>
          </p:nvGrpSpPr>
          <p:grpSpPr>
            <a:xfrm>
              <a:off x="-2825828" y="1271890"/>
              <a:ext cx="6191221" cy="6191221"/>
              <a:chOff x="-2825828" y="1271890"/>
              <a:chExt cx="6191221" cy="6191221"/>
            </a:xfrm>
          </p:grpSpPr>
          <p:sp>
            <p:nvSpPr>
              <p:cNvPr id="418" name="Google Shape;418;p10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0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0" name="Google Shape;420;p10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421" name="Google Shape;421;p10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" name="Google Shape;422;p10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3" name="Google Shape;423;p10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424" name="Google Shape;424;p10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" name="Google Shape;425;p10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6" name="Google Shape;426;p10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427" name="Google Shape;427;p10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" name="Google Shape;428;p10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29" name="Google Shape;429;p10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430" name="Google Shape;430;p10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1" name="Google Shape;431;p10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grpSp>
        <p:nvGrpSpPr>
          <p:cNvPr id="432" name="Google Shape;432;p10"/>
          <p:cNvGrpSpPr/>
          <p:nvPr/>
        </p:nvGrpSpPr>
        <p:grpSpPr>
          <a:xfrm>
            <a:off x="5650172" y="-1036475"/>
            <a:ext cx="6191221" cy="6865136"/>
            <a:chOff x="5497772" y="-1036475"/>
            <a:chExt cx="6191221" cy="6865136"/>
          </a:xfrm>
        </p:grpSpPr>
        <p:grpSp>
          <p:nvGrpSpPr>
            <p:cNvPr id="433" name="Google Shape;433;p10"/>
            <p:cNvGrpSpPr/>
            <p:nvPr/>
          </p:nvGrpSpPr>
          <p:grpSpPr>
            <a:xfrm>
              <a:off x="5497772" y="-362560"/>
              <a:ext cx="6191221" cy="6191221"/>
              <a:chOff x="5584372" y="-362560"/>
              <a:chExt cx="6191221" cy="6191221"/>
            </a:xfrm>
          </p:grpSpPr>
          <p:grpSp>
            <p:nvGrpSpPr>
              <p:cNvPr id="434" name="Google Shape;434;p10"/>
              <p:cNvGrpSpPr/>
              <p:nvPr/>
            </p:nvGrpSpPr>
            <p:grpSpPr>
              <a:xfrm>
                <a:off x="5584372" y="-362560"/>
                <a:ext cx="6191221" cy="6191221"/>
                <a:chOff x="5443672" y="-405860"/>
                <a:chExt cx="6191221" cy="6191221"/>
              </a:xfrm>
            </p:grpSpPr>
            <p:sp>
              <p:nvSpPr>
                <p:cNvPr id="435" name="Google Shape;435;p10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" name="Google Shape;436;p10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10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8" name="Google Shape;438;p10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9" name="Google Shape;439;p10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440" name="Google Shape;440;p10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1" name="Google Shape;441;p10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2" name="Google Shape;442;p10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443" name="Google Shape;443;p10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10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5" name="Google Shape;445;p10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446" name="Google Shape;446;p1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7" name="Google Shape;447;p1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448" name="Google Shape;448;p1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9" name="Google Shape;449;p10"/>
          <p:cNvGrpSpPr/>
          <p:nvPr/>
        </p:nvGrpSpPr>
        <p:grpSpPr>
          <a:xfrm>
            <a:off x="3983988" y="4933175"/>
            <a:ext cx="667915" cy="439200"/>
            <a:chOff x="3983988" y="4933175"/>
            <a:chExt cx="667915" cy="439200"/>
          </a:xfrm>
        </p:grpSpPr>
        <p:grpSp>
          <p:nvGrpSpPr>
            <p:cNvPr id="450" name="Google Shape;450;p10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10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454" name="Google Shape;454;p1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1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11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11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1" name="Google Shape;461;p11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62" name="Google Shape;462;p11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63" name="Google Shape;463;p11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64" name="Google Shape;464;p11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5" name="Google Shape;465;p11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6" name="Google Shape;466;p11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67" name="Google Shape;467;p11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468" name="Google Shape;468;p11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469" name="Google Shape;469;p11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11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11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11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11"/>
            <p:cNvGrpSpPr/>
            <p:nvPr/>
          </p:nvGrpSpPr>
          <p:grpSpPr>
            <a:xfrm>
              <a:off x="-623241" y="3946425"/>
              <a:ext cx="2833357" cy="1421047"/>
              <a:chOff x="-677366" y="4067275"/>
              <a:chExt cx="2833357" cy="1421047"/>
            </a:xfrm>
          </p:grpSpPr>
          <p:sp>
            <p:nvSpPr>
              <p:cNvPr id="474" name="Google Shape;474;p11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5" name="Google Shape;475;p11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476" name="Google Shape;476;p1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7" name="Google Shape;477;p1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8" name="Google Shape;478;p11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479" name="Google Shape;479;p1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" name="Google Shape;480;p1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81" name="Google Shape;481;p11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p11"/>
          <p:cNvGrpSpPr/>
          <p:nvPr/>
        </p:nvGrpSpPr>
        <p:grpSpPr>
          <a:xfrm>
            <a:off x="6400126" y="-1754449"/>
            <a:ext cx="4189198" cy="3065874"/>
            <a:chOff x="6171526" y="-1678249"/>
            <a:chExt cx="4189198" cy="3065874"/>
          </a:xfrm>
        </p:grpSpPr>
        <p:sp>
          <p:nvSpPr>
            <p:cNvPr id="483" name="Google Shape;483;p11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4" name="Google Shape;484;p1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5" name="Google Shape;485;p11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6" name="Google Shape;486;p11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487" name="Google Shape;487;p1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1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1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1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1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1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4" name="Google Shape;494;p11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495" name="Google Shape;495;p1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1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1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1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02" name="Google Shape;502;p11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503" name="Google Shape;503;p1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5" name="Google Shape;505;p11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506" name="Google Shape;506;p11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7" name="Google Shape;507;p11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8" name="Google Shape;508;p11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1" name="Google Shape;511;p12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12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12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4" name="Google Shape;514;p12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12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12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12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8" name="Google Shape;518;p12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9" name="Google Shape;519;p12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0" name="Google Shape;520;p12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1" name="Google Shape;521;p12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2" name="Google Shape;522;p12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23" name="Google Shape;523;p12"/>
          <p:cNvGrpSpPr/>
          <p:nvPr/>
        </p:nvGrpSpPr>
        <p:grpSpPr>
          <a:xfrm>
            <a:off x="6102850" y="-1735181"/>
            <a:ext cx="4625026" cy="4171657"/>
            <a:chOff x="6026650" y="-1658981"/>
            <a:chExt cx="4625026" cy="4171657"/>
          </a:xfrm>
        </p:grpSpPr>
        <p:pic>
          <p:nvPicPr>
            <p:cNvPr id="524" name="Google Shape;524;p1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25" name="Google Shape;525;p12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26" name="Google Shape;526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12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530" name="Google Shape;530;p12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2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2" name="Google Shape;532;p12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533" name="Google Shape;533;p12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534" name="Google Shape;534;p1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1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1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37" name="Google Shape;537;p1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38" name="Google Shape;538;p12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539" name="Google Shape;539;p12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540" name="Google Shape;540;p12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1" name="Google Shape;541;p12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2" name="Google Shape;542;p12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3" name="Google Shape;543;p12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4" name="Google Shape;544;p12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5" name="Google Shape;545;p12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6" name="Google Shape;546;p12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47" name="Google Shape;547;p12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548" name="Google Shape;548;p12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9" name="Google Shape;549;p12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0" name="Google Shape;550;p12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1" name="Google Shape;551;p12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2" name="Google Shape;552;p12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3" name="Google Shape;553;p12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4" name="Google Shape;554;p12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55" name="Google Shape;555;p12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556" name="Google Shape;556;p12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7" name="Google Shape;557;p12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58" name="Google Shape;558;p12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3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1" name="Google Shape;561;p13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562" name="Google Shape;562;p13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563" name="Google Shape;563;p13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564" name="Google Shape;564;p1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65" name="Google Shape;565;p13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566" name="Google Shape;566;p13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67" name="Google Shape;567;p13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568" name="Google Shape;568;p1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9" name="Google Shape;569;p1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70" name="Google Shape;570;p13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571" name="Google Shape;571;p1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" name="Google Shape;572;p1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73" name="Google Shape;573;p13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574" name="Google Shape;574;p13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5" name="Google Shape;575;p13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76" name="Google Shape;576;p13"/>
            <p:cNvGrpSpPr/>
            <p:nvPr/>
          </p:nvGrpSpPr>
          <p:grpSpPr>
            <a:xfrm>
              <a:off x="121568" y="-846844"/>
              <a:ext cx="88152" cy="2151709"/>
              <a:chOff x="3054755" y="4367024"/>
              <a:chExt cx="88143" cy="1137387"/>
            </a:xfrm>
          </p:grpSpPr>
          <p:sp>
            <p:nvSpPr>
              <p:cNvPr id="577" name="Google Shape;577;p13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40000">
                    <a:srgbClr val="FF9900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40000">
                    <a:srgbClr val="FF9900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9" name="Google Shape;579;p13"/>
            <p:cNvGrpSpPr/>
            <p:nvPr/>
          </p:nvGrpSpPr>
          <p:grpSpPr>
            <a:xfrm>
              <a:off x="361243" y="-718832"/>
              <a:ext cx="88152" cy="2151709"/>
              <a:chOff x="3054755" y="4367024"/>
              <a:chExt cx="88143" cy="1137387"/>
            </a:xfrm>
          </p:grpSpPr>
          <p:sp>
            <p:nvSpPr>
              <p:cNvPr id="580" name="Google Shape;580;p13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2" name="Google Shape;582;p13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" name="Google Shape;583;p13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584" name="Google Shape;584;p13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13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13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1" name="Google Shape;591;p13"/>
          <p:cNvGrpSpPr/>
          <p:nvPr/>
        </p:nvGrpSpPr>
        <p:grpSpPr>
          <a:xfrm>
            <a:off x="6719910" y="2898312"/>
            <a:ext cx="3920501" cy="3213898"/>
            <a:chOff x="6643710" y="2822113"/>
            <a:chExt cx="3920501" cy="3213898"/>
          </a:xfrm>
        </p:grpSpPr>
        <p:sp>
          <p:nvSpPr>
            <p:cNvPr id="592" name="Google Shape;592;p13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6"/>
                  </a:srgbClr>
                </a:gs>
                <a:gs pos="78000">
                  <a:srgbClr val="F5F8FF">
                    <a:alpha val="46666"/>
                  </a:srgbClr>
                </a:gs>
                <a:gs pos="100000">
                  <a:srgbClr val="F5F8FF">
                    <a:alpha val="4666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3" name="Google Shape;593;p1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94" name="Google Shape;594;p13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595" name="Google Shape;595;p13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8" name="Google Shape;598;p13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599" name="Google Shape;599;p13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2" name="Google Shape;602;p13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3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4" name="Google Shape;604;p13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605" name="Google Shape;605;p1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6" name="Google Shape;606;p1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7" name="Google Shape;607;p1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4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10" name="Google Shape;610;p14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11" name="Google Shape;611;p14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612" name="Google Shape;612;p14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613" name="Google Shape;613;p14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14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5" name="Google Shape;615;p14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616" name="Google Shape;616;p14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7" name="Google Shape;617;p14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8" name="Google Shape;618;p14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9" name="Google Shape;619;p14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0" name="Google Shape;620;p14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1" name="Google Shape;621;p14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2" name="Google Shape;622;p14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23" name="Google Shape;623;p14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624" name="Google Shape;624;p14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5" name="Google Shape;625;p14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6" name="Google Shape;626;p14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7" name="Google Shape;627;p14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8" name="Google Shape;628;p14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9" name="Google Shape;629;p14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" name="Google Shape;630;p14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31" name="Google Shape;631;p14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632" name="Google Shape;632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34" name="Google Shape;634;p14"/>
          <p:cNvGrpSpPr/>
          <p:nvPr/>
        </p:nvGrpSpPr>
        <p:grpSpPr>
          <a:xfrm>
            <a:off x="-2613416" y="-2882410"/>
            <a:ext cx="8164418" cy="6343458"/>
            <a:chOff x="-2613416" y="-2806210"/>
            <a:chExt cx="8164418" cy="6343458"/>
          </a:xfrm>
        </p:grpSpPr>
        <p:grpSp>
          <p:nvGrpSpPr>
            <p:cNvPr id="635" name="Google Shape;635;p14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636" name="Google Shape;636;p14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637" name="Google Shape;637;p14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38" name="Google Shape;63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9" name="Google Shape;639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0" name="Google Shape;640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1" name="Google Shape;641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2" name="Google Shape;64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43" name="Google Shape;643;p14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44" name="Google Shape;644;p14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45" name="Google Shape;645;p14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46" name="Google Shape;646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7" name="Google Shape;647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8" name="Google Shape;648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9" name="Google Shape;649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0" name="Google Shape;650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51" name="Google Shape;651;p14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52" name="Google Shape;652;p14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53" name="Google Shape;653;p14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54" name="Google Shape;654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5" name="Google Shape;655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6" name="Google Shape;65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7" name="Google Shape;65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8" name="Google Shape;658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59" name="Google Shape;659;p14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60" name="Google Shape;660;p14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61" name="Google Shape;661;p14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62" name="Google Shape;662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3" name="Google Shape;663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4" name="Google Shape;664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5" name="Google Shape;665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6" name="Google Shape;666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67" name="Google Shape;667;p14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68" name="Google Shape;668;p14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669" name="Google Shape;669;p1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70" name="Google Shape;670;p14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71" name="Google Shape;671;p14"/>
            <p:cNvGrpSpPr/>
            <p:nvPr/>
          </p:nvGrpSpPr>
          <p:grpSpPr>
            <a:xfrm>
              <a:off x="-640220" y="-2653973"/>
              <a:ext cx="6191221" cy="6191221"/>
              <a:chOff x="-640220" y="-2502423"/>
              <a:chExt cx="6191221" cy="6191221"/>
            </a:xfrm>
          </p:grpSpPr>
          <p:sp>
            <p:nvSpPr>
              <p:cNvPr id="672" name="Google Shape;672;p14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5"/>
          <p:cNvSpPr txBox="1"/>
          <p:nvPr>
            <p:ph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6" name="Google Shape;676;p15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77" name="Google Shape;677;p15"/>
          <p:cNvSpPr txBox="1"/>
          <p:nvPr>
            <p:ph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8" name="Google Shape;678;p15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79" name="Google Shape;679;p15"/>
          <p:cNvSpPr txBox="1"/>
          <p:nvPr>
            <p:ph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15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81" name="Google Shape;681;p15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2" name="Google Shape;682;p15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683" name="Google Shape;683;p1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5" name="Google Shape;685;p15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686" name="Google Shape;686;p1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7" name="Google Shape;687;p1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8" name="Google Shape;688;p1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6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691" name="Google Shape;691;p16"/>
          <p:cNvGrpSpPr/>
          <p:nvPr/>
        </p:nvGrpSpPr>
        <p:grpSpPr>
          <a:xfrm>
            <a:off x="6475810" y="-1541622"/>
            <a:ext cx="2583361" cy="2409685"/>
            <a:chOff x="6475810" y="-1541622"/>
            <a:chExt cx="2583361" cy="2409685"/>
          </a:xfrm>
        </p:grpSpPr>
        <p:grpSp>
          <p:nvGrpSpPr>
            <p:cNvPr id="692" name="Google Shape;692;p16"/>
            <p:cNvGrpSpPr/>
            <p:nvPr/>
          </p:nvGrpSpPr>
          <p:grpSpPr>
            <a:xfrm rot="-5400000">
              <a:off x="5879041" y="-944853"/>
              <a:ext cx="2133442" cy="939904"/>
              <a:chOff x="-149983" y="3754784"/>
              <a:chExt cx="2133442" cy="939904"/>
            </a:xfrm>
          </p:grpSpPr>
          <p:sp>
            <p:nvSpPr>
              <p:cNvPr id="693" name="Google Shape;693;p16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16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5" name="Google Shape;695;p16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6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7" name="Google Shape;697;p16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698" name="Google Shape;698;p1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1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2" name="Google Shape;702;p17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8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705" name="Google Shape;705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06" name="Google Shape;706;p18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707" name="Google Shape;707;p1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9" name="Google Shape;709;p18"/>
          <p:cNvGrpSpPr/>
          <p:nvPr/>
        </p:nvGrpSpPr>
        <p:grpSpPr>
          <a:xfrm>
            <a:off x="5481594" y="-3117614"/>
            <a:ext cx="5954334" cy="6142759"/>
            <a:chOff x="5329194" y="-2965214"/>
            <a:chExt cx="5954334" cy="6142759"/>
          </a:xfrm>
        </p:grpSpPr>
        <p:sp>
          <p:nvSpPr>
            <p:cNvPr id="710" name="Google Shape;710;p18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8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2" name="Google Shape;712;p18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713" name="Google Shape;713;p1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14" name="Google Shape;714;p1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5" name="Google Shape;715;p1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16" name="Google Shape;716;p18"/>
          <p:cNvGrpSpPr/>
          <p:nvPr/>
        </p:nvGrpSpPr>
        <p:grpSpPr>
          <a:xfrm flipH="1">
            <a:off x="-503517" y="3986929"/>
            <a:ext cx="5249360" cy="2992224"/>
            <a:chOff x="-258616" y="3430829"/>
            <a:chExt cx="5249360" cy="2992224"/>
          </a:xfrm>
        </p:grpSpPr>
        <p:pic>
          <p:nvPicPr>
            <p:cNvPr id="717" name="Google Shape;717;p1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18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rgbClr val="F5F8FF">
                    <a:alpha val="31372"/>
                  </a:srgbClr>
                </a:gs>
                <a:gs pos="22000">
                  <a:srgbClr val="F5F8FF">
                    <a:alpha val="31372"/>
                  </a:srgbClr>
                </a:gs>
                <a:gs pos="45000">
                  <a:srgbClr val="FFFFFF">
                    <a:alpha val="31372"/>
                  </a:srgbClr>
                </a:gs>
                <a:gs pos="100000">
                  <a:srgbClr val="0C0A9E">
                    <a:alpha val="31372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8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8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rgbClr val="F5F8FF">
                    <a:alpha val="31372"/>
                  </a:srgbClr>
                </a:gs>
                <a:gs pos="22000">
                  <a:srgbClr val="F5F8FF">
                    <a:alpha val="31372"/>
                  </a:srgbClr>
                </a:gs>
                <a:gs pos="45000">
                  <a:srgbClr val="FFFFFF">
                    <a:alpha val="31372"/>
                  </a:srgbClr>
                </a:gs>
                <a:gs pos="100000">
                  <a:srgbClr val="0C0A9E">
                    <a:alpha val="31372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8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8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3" name="Google Shape;723;p18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724" name="Google Shape;724;p1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1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6" name="Google Shape;726;p18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727" name="Google Shape;727;p1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1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19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731" name="Google Shape;731;p19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32" name="Google Shape;732;p19"/>
            <p:cNvPicPr preferRelativeResize="0"/>
            <p:nvPr/>
          </p:nvPicPr>
          <p:blipFill rotWithShape="1">
            <a:blip r:embed="rId2">
              <a:alphaModFix/>
            </a:blip>
            <a:srcRect b="17664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3" name="Google Shape;733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34" name="Google Shape;734;p19"/>
          <p:cNvGrpSpPr/>
          <p:nvPr/>
        </p:nvGrpSpPr>
        <p:grpSpPr>
          <a:xfrm>
            <a:off x="8106279" y="-844414"/>
            <a:ext cx="1791131" cy="2767834"/>
            <a:chOff x="8030079" y="-844414"/>
            <a:chExt cx="1791131" cy="2767834"/>
          </a:xfrm>
        </p:grpSpPr>
        <p:grpSp>
          <p:nvGrpSpPr>
            <p:cNvPr id="735" name="Google Shape;735;p19"/>
            <p:cNvGrpSpPr/>
            <p:nvPr/>
          </p:nvGrpSpPr>
          <p:grpSpPr>
            <a:xfrm rot="10800000">
              <a:off x="8566799" y="-844414"/>
              <a:ext cx="1213764" cy="2455356"/>
              <a:chOff x="-293545" y="3454371"/>
              <a:chExt cx="981772" cy="1986052"/>
            </a:xfrm>
          </p:grpSpPr>
          <p:sp>
            <p:nvSpPr>
              <p:cNvPr id="736" name="Google Shape;736;p1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1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8" name="Google Shape;738;p19"/>
            <p:cNvGrpSpPr/>
            <p:nvPr/>
          </p:nvGrpSpPr>
          <p:grpSpPr>
            <a:xfrm rot="10800000">
              <a:off x="8123728" y="-262212"/>
              <a:ext cx="865288" cy="591661"/>
              <a:chOff x="39723" y="4349021"/>
              <a:chExt cx="1061964" cy="726143"/>
            </a:xfrm>
          </p:grpSpPr>
          <p:grpSp>
            <p:nvGrpSpPr>
              <p:cNvPr id="739" name="Google Shape;739;p1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40" name="Google Shape;740;p1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41" name="Google Shape;741;p1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42" name="Google Shape;742;p1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3" name="Google Shape;743;p1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4" name="Google Shape;744;p1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5" name="Google Shape;745;p1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6" name="Google Shape;746;p1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47" name="Google Shape;747;p1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8" name="Google Shape;748;p19"/>
            <p:cNvGrpSpPr/>
            <p:nvPr/>
          </p:nvGrpSpPr>
          <p:grpSpPr>
            <a:xfrm rot="5400000">
              <a:off x="8338263" y="440473"/>
              <a:ext cx="1670849" cy="1295044"/>
              <a:chOff x="-2460210" y="2758494"/>
              <a:chExt cx="1351491" cy="1047516"/>
            </a:xfrm>
          </p:grpSpPr>
          <p:sp>
            <p:nvSpPr>
              <p:cNvPr id="749" name="Google Shape;749;p1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46666"/>
                    </a:srgbClr>
                  </a:gs>
                  <a:gs pos="22000">
                    <a:srgbClr val="F5F8FF">
                      <a:alpha val="46666"/>
                    </a:srgbClr>
                  </a:gs>
                  <a:gs pos="45000">
                    <a:srgbClr val="FFFFFF">
                      <a:alpha val="46666"/>
                    </a:srgbClr>
                  </a:gs>
                  <a:gs pos="100000">
                    <a:srgbClr val="0C0A9E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1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46666"/>
                    </a:srgbClr>
                  </a:gs>
                  <a:gs pos="22000">
                    <a:srgbClr val="F5F8FF">
                      <a:alpha val="46666"/>
                    </a:srgbClr>
                  </a:gs>
                  <a:gs pos="45000">
                    <a:srgbClr val="FFFFFF">
                      <a:alpha val="46666"/>
                    </a:srgbClr>
                  </a:gs>
                  <a:gs pos="100000">
                    <a:srgbClr val="0C0A9E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1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46666"/>
                    </a:srgbClr>
                  </a:gs>
                  <a:gs pos="22000">
                    <a:srgbClr val="F5F8FF">
                      <a:alpha val="46666"/>
                    </a:srgbClr>
                  </a:gs>
                  <a:gs pos="45000">
                    <a:srgbClr val="FFFFFF">
                      <a:alpha val="46666"/>
                    </a:srgbClr>
                  </a:gs>
                  <a:gs pos="100000">
                    <a:srgbClr val="0C0A9E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1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46666"/>
                    </a:srgbClr>
                  </a:gs>
                  <a:gs pos="22000">
                    <a:srgbClr val="F5F8FF">
                      <a:alpha val="46666"/>
                    </a:srgbClr>
                  </a:gs>
                  <a:gs pos="45000">
                    <a:srgbClr val="FFFFFF">
                      <a:alpha val="46666"/>
                    </a:srgbClr>
                  </a:gs>
                  <a:gs pos="100000">
                    <a:srgbClr val="0C0A9E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3" name="Google Shape;753;p19"/>
            <p:cNvGrpSpPr/>
            <p:nvPr/>
          </p:nvGrpSpPr>
          <p:grpSpPr>
            <a:xfrm rot="10800000">
              <a:off x="8030079" y="157481"/>
              <a:ext cx="865288" cy="591661"/>
              <a:chOff x="39723" y="4349021"/>
              <a:chExt cx="1061964" cy="726143"/>
            </a:xfrm>
          </p:grpSpPr>
          <p:grpSp>
            <p:nvGrpSpPr>
              <p:cNvPr id="754" name="Google Shape;754;p1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55" name="Google Shape;755;p1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56" name="Google Shape;756;p1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57" name="Google Shape;757;p1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8" name="Google Shape;758;p1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9" name="Google Shape;759;p1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0" name="Google Shape;760;p1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1" name="Google Shape;761;p1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62" name="Google Shape;762;p1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3" name="Google Shape;763;p19"/>
            <p:cNvGrpSpPr/>
            <p:nvPr/>
          </p:nvGrpSpPr>
          <p:grpSpPr>
            <a:xfrm rot="10800000">
              <a:off x="8653266" y="87645"/>
              <a:ext cx="865288" cy="591661"/>
              <a:chOff x="39723" y="4349021"/>
              <a:chExt cx="1061964" cy="726143"/>
            </a:xfrm>
          </p:grpSpPr>
          <p:grpSp>
            <p:nvGrpSpPr>
              <p:cNvPr id="764" name="Google Shape;764;p1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65" name="Google Shape;765;p1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66" name="Google Shape;766;p1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67" name="Google Shape;767;p1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8" name="Google Shape;768;p1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9" name="Google Shape;769;p1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70" name="Google Shape;770;p1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71" name="Google Shape;771;p1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2" name="Google Shape;772;p1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3" name="Google Shape;773;p19"/>
          <p:cNvGrpSpPr/>
          <p:nvPr/>
        </p:nvGrpSpPr>
        <p:grpSpPr>
          <a:xfrm>
            <a:off x="-1499000" y="3182552"/>
            <a:ext cx="4558967" cy="3356865"/>
            <a:chOff x="-1422800" y="3106352"/>
            <a:chExt cx="4558967" cy="3356865"/>
          </a:xfrm>
        </p:grpSpPr>
        <p:grpSp>
          <p:nvGrpSpPr>
            <p:cNvPr id="774" name="Google Shape;774;p19"/>
            <p:cNvGrpSpPr/>
            <p:nvPr/>
          </p:nvGrpSpPr>
          <p:grpSpPr>
            <a:xfrm>
              <a:off x="-474664" y="3485331"/>
              <a:ext cx="1472068" cy="2977886"/>
              <a:chOff x="-293545" y="3454371"/>
              <a:chExt cx="981772" cy="1986052"/>
            </a:xfrm>
          </p:grpSpPr>
          <p:sp>
            <p:nvSpPr>
              <p:cNvPr id="775" name="Google Shape;775;p1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1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7" name="Google Shape;777;p19"/>
            <p:cNvGrpSpPr/>
            <p:nvPr/>
          </p:nvGrpSpPr>
          <p:grpSpPr>
            <a:xfrm>
              <a:off x="485338" y="5039978"/>
              <a:ext cx="1049539" cy="717647"/>
              <a:chOff x="39723" y="4349021"/>
              <a:chExt cx="1061964" cy="726143"/>
            </a:xfrm>
          </p:grpSpPr>
          <p:grpSp>
            <p:nvGrpSpPr>
              <p:cNvPr id="778" name="Google Shape;778;p1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9" name="Google Shape;779;p1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80" name="Google Shape;780;p1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81" name="Google Shape;781;p1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2" name="Google Shape;782;p1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3" name="Google Shape;783;p1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4" name="Google Shape;784;p1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5" name="Google Shape;785;p1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86" name="Google Shape;786;p1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7" name="Google Shape;787;p19"/>
            <p:cNvGrpSpPr/>
            <p:nvPr/>
          </p:nvGrpSpPr>
          <p:grpSpPr>
            <a:xfrm rot="5400000">
              <a:off x="-645365" y="3334242"/>
              <a:ext cx="2026426" cy="1570646"/>
              <a:chOff x="-2460210" y="2758494"/>
              <a:chExt cx="1351491" cy="1047516"/>
            </a:xfrm>
          </p:grpSpPr>
          <p:sp>
            <p:nvSpPr>
              <p:cNvPr id="788" name="Google Shape;788;p1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1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1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2" name="Google Shape;792;p19"/>
            <p:cNvGrpSpPr/>
            <p:nvPr/>
          </p:nvGrpSpPr>
          <p:grpSpPr>
            <a:xfrm>
              <a:off x="598918" y="4530969"/>
              <a:ext cx="1049539" cy="717647"/>
              <a:chOff x="39723" y="4349021"/>
              <a:chExt cx="1061964" cy="726143"/>
            </a:xfrm>
          </p:grpSpPr>
          <p:grpSp>
            <p:nvGrpSpPr>
              <p:cNvPr id="793" name="Google Shape;793;p1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94" name="Google Shape;794;p1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95" name="Google Shape;795;p1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96" name="Google Shape;796;p1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7" name="Google Shape;797;p1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8" name="Google Shape;798;p1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9" name="Google Shape;799;p1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0" name="Google Shape;800;p1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01" name="Google Shape;801;p1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2" name="Google Shape;802;p19"/>
            <p:cNvGrpSpPr/>
            <p:nvPr/>
          </p:nvGrpSpPr>
          <p:grpSpPr>
            <a:xfrm>
              <a:off x="-156892" y="4615667"/>
              <a:ext cx="1049539" cy="717647"/>
              <a:chOff x="39723" y="4349021"/>
              <a:chExt cx="1061964" cy="726143"/>
            </a:xfrm>
          </p:grpSpPr>
          <p:grpSp>
            <p:nvGrpSpPr>
              <p:cNvPr id="803" name="Google Shape;803;p1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04" name="Google Shape;804;p1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5" name="Google Shape;805;p1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06" name="Google Shape;806;p1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7" name="Google Shape;807;p1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8" name="Google Shape;808;p1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9" name="Google Shape;809;p1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0" name="Google Shape;810;p1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11" name="Google Shape;811;p1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2" name="Google Shape;812;p19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813" name="Google Shape;813;p1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14" name="Google Shape;814;p1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15" name="Google Shape;815;p1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18" name="Google Shape;818;p20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819" name="Google Shape;819;p2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2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1" name="Google Shape;821;p20"/>
          <p:cNvGrpSpPr/>
          <p:nvPr/>
        </p:nvGrpSpPr>
        <p:grpSpPr>
          <a:xfrm>
            <a:off x="2176605" y="-3695660"/>
            <a:ext cx="7317722" cy="6983296"/>
            <a:chOff x="2100405" y="-3619460"/>
            <a:chExt cx="7317722" cy="6983296"/>
          </a:xfrm>
        </p:grpSpPr>
        <p:sp>
          <p:nvSpPr>
            <p:cNvPr id="822" name="Google Shape;822;p20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1" name="Google Shape;831;p20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832" name="Google Shape;832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9" name="Google Shape;839;p20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0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0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0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3" name="Google Shape;843;p20"/>
          <p:cNvGrpSpPr/>
          <p:nvPr/>
        </p:nvGrpSpPr>
        <p:grpSpPr>
          <a:xfrm>
            <a:off x="-2424241" y="2074146"/>
            <a:ext cx="6274943" cy="6257753"/>
            <a:chOff x="-2447691" y="2022396"/>
            <a:chExt cx="6274943" cy="6257753"/>
          </a:xfrm>
        </p:grpSpPr>
        <p:grpSp>
          <p:nvGrpSpPr>
            <p:cNvPr id="844" name="Google Shape;844;p20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845" name="Google Shape;845;p20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846" name="Google Shape;846;p20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47" name="Google Shape;847;p2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8" name="Google Shape;848;p2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9" name="Google Shape;849;p2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" name="Google Shape;850;p2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1" name="Google Shape;851;p2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52" name="Google Shape;852;p20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53" name="Google Shape;853;p20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854" name="Google Shape;854;p20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55" name="Google Shape;855;p2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6" name="Google Shape;856;p2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" name="Google Shape;857;p2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8" name="Google Shape;858;p2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9" name="Google Shape;859;p2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0" name="Google Shape;860;p20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1" name="Google Shape;861;p20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862" name="Google Shape;862;p20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63" name="Google Shape;863;p2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" name="Google Shape;864;p2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5" name="Google Shape;865;p2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" name="Google Shape;866;p2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" name="Google Shape;867;p2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8" name="Google Shape;868;p20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9" name="Google Shape;869;p20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870" name="Google Shape;870;p20"/>
                <p:cNvGrpSpPr/>
                <p:nvPr/>
              </p:nvGrpSpPr>
              <p:grpSpPr>
                <a:xfrm>
                  <a:off x="2096570" y="-863491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71" name="Google Shape;871;p2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2" name="Google Shape;872;p2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3" name="Google Shape;873;p2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" name="Google Shape;874;p2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5" name="Google Shape;875;p2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5F8FF">
                          <a:alpha val="46666"/>
                        </a:srgbClr>
                      </a:gs>
                      <a:gs pos="22000">
                        <a:srgbClr val="F5F8FF">
                          <a:alpha val="46666"/>
                        </a:srgbClr>
                      </a:gs>
                      <a:gs pos="45000">
                        <a:srgbClr val="FFFFFF">
                          <a:alpha val="46666"/>
                        </a:srgbClr>
                      </a:gs>
                      <a:gs pos="100000">
                        <a:srgbClr val="0C0A9E">
                          <a:alpha val="46666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76" name="Google Shape;876;p20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77" name="Google Shape;877;p20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878" name="Google Shape;878;p20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79" name="Google Shape;879;p20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80" name="Google Shape;880;p20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1" name="Google Shape;881;p20"/>
            <p:cNvGrpSpPr/>
            <p:nvPr/>
          </p:nvGrpSpPr>
          <p:grpSpPr>
            <a:xfrm rot="5400000">
              <a:off x="1987129" y="4230949"/>
              <a:ext cx="88143" cy="1137387"/>
              <a:chOff x="3054755" y="4367024"/>
              <a:chExt cx="88143" cy="1137387"/>
            </a:xfrm>
          </p:grpSpPr>
          <p:sp>
            <p:nvSpPr>
              <p:cNvPr id="882" name="Google Shape;882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86" name="Google Shape;886;p21"/>
          <p:cNvGrpSpPr/>
          <p:nvPr/>
        </p:nvGrpSpPr>
        <p:grpSpPr>
          <a:xfrm>
            <a:off x="7810267" y="-622132"/>
            <a:ext cx="2587792" cy="2725915"/>
            <a:chOff x="7810267" y="-622132"/>
            <a:chExt cx="2587792" cy="2725915"/>
          </a:xfrm>
        </p:grpSpPr>
        <p:grpSp>
          <p:nvGrpSpPr>
            <p:cNvPr id="887" name="Google Shape;887;p21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888" name="Google Shape;888;p2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2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2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1" name="Google Shape;891;p21"/>
            <p:cNvGrpSpPr/>
            <p:nvPr/>
          </p:nvGrpSpPr>
          <p:grpSpPr>
            <a:xfrm>
              <a:off x="8869019" y="-622132"/>
              <a:ext cx="325155" cy="1788670"/>
              <a:chOff x="8869019" y="-622132"/>
              <a:chExt cx="325155" cy="1788670"/>
            </a:xfrm>
          </p:grpSpPr>
          <p:sp>
            <p:nvSpPr>
              <p:cNvPr id="892" name="Google Shape;892;p2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1372"/>
                    </a:srgbClr>
                  </a:gs>
                  <a:gs pos="100000">
                    <a:srgbClr val="FFFFFF">
                      <a:alpha val="31372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93" name="Google Shape;893;p2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894" name="Google Shape;894;p2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5" name="Google Shape;895;p2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96" name="Google Shape;896;p21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1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8" name="Google Shape;898;p21"/>
          <p:cNvGrpSpPr/>
          <p:nvPr/>
        </p:nvGrpSpPr>
        <p:grpSpPr>
          <a:xfrm>
            <a:off x="8332551" y="-7"/>
            <a:ext cx="2386151" cy="3293872"/>
            <a:chOff x="8256352" y="-7"/>
            <a:chExt cx="2386151" cy="3293872"/>
          </a:xfrm>
        </p:grpSpPr>
        <p:pic>
          <p:nvPicPr>
            <p:cNvPr id="899" name="Google Shape;899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0" name="Google Shape;900;p21"/>
            <p:cNvGrpSpPr/>
            <p:nvPr/>
          </p:nvGrpSpPr>
          <p:grpSpPr>
            <a:xfrm rot="10800000">
              <a:off x="8452443" y="-7"/>
              <a:ext cx="325155" cy="1788670"/>
              <a:chOff x="8869019" y="-622132"/>
              <a:chExt cx="325155" cy="1788670"/>
            </a:xfrm>
          </p:grpSpPr>
          <p:sp>
            <p:nvSpPr>
              <p:cNvPr id="901" name="Google Shape;901;p2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31372"/>
                    </a:srgbClr>
                  </a:gs>
                  <a:gs pos="40000">
                    <a:srgbClr val="FF9900">
                      <a:alpha val="31372"/>
                    </a:srgbClr>
                  </a:gs>
                  <a:gs pos="100000">
                    <a:srgbClr val="FFFFFF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02" name="Google Shape;902;p2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903" name="Google Shape;903;p2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" name="Google Shape;904;p2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905" name="Google Shape;905;p2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906" name="Google Shape;906;p2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8" name="Google Shape;908;p21"/>
          <p:cNvGrpSpPr/>
          <p:nvPr/>
        </p:nvGrpSpPr>
        <p:grpSpPr>
          <a:xfrm>
            <a:off x="-1262974" y="3161327"/>
            <a:ext cx="4822591" cy="2934500"/>
            <a:chOff x="-1186774" y="3161328"/>
            <a:chExt cx="4822591" cy="2934500"/>
          </a:xfrm>
        </p:grpSpPr>
        <p:pic>
          <p:nvPicPr>
            <p:cNvPr id="909" name="Google Shape;909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0" name="Google Shape;910;p2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1" name="Google Shape;911;p2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912" name="Google Shape;912;p2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913" name="Google Shape;913;p2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4" name="Google Shape;914;p2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" name="Google Shape;915;p2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6" name="Google Shape;916;p2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" name="Google Shape;917;p2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" name="Google Shape;918;p2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9" name="Google Shape;919;p2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0" name="Google Shape;920;p2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921" name="Google Shape;921;p2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2" name="Google Shape;922;p2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3" name="Google Shape;923;p2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4" name="Google Shape;924;p2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5" name="Google Shape;925;p2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6" name="Google Shape;926;p2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" name="Google Shape;927;p2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8" name="Google Shape;928;p2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929" name="Google Shape;929;p2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" name="Google Shape;930;p2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" name="Google Shape;931;p2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" name="Google Shape;932;p2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3" name="Google Shape;933;p2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4" name="Google Shape;934;p2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5" name="Google Shape;935;p2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36" name="Google Shape;936;p2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937" name="Google Shape;937;p2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8" name="Google Shape;938;p2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39" name="Google Shape;939;p2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42" name="Google Shape;942;p22"/>
          <p:cNvGrpSpPr/>
          <p:nvPr/>
        </p:nvGrpSpPr>
        <p:grpSpPr>
          <a:xfrm>
            <a:off x="-2176651" y="-112745"/>
            <a:ext cx="4680670" cy="5935195"/>
            <a:chOff x="-2176651" y="-112745"/>
            <a:chExt cx="4680670" cy="5935195"/>
          </a:xfrm>
        </p:grpSpPr>
        <p:grpSp>
          <p:nvGrpSpPr>
            <p:cNvPr id="943" name="Google Shape;943;p22"/>
            <p:cNvGrpSpPr/>
            <p:nvPr/>
          </p:nvGrpSpPr>
          <p:grpSpPr>
            <a:xfrm>
              <a:off x="-2176651" y="-112745"/>
              <a:ext cx="4680670" cy="5935195"/>
              <a:chOff x="-2176651" y="-112745"/>
              <a:chExt cx="4680670" cy="5935195"/>
            </a:xfrm>
          </p:grpSpPr>
          <p:sp>
            <p:nvSpPr>
              <p:cNvPr id="944" name="Google Shape;944;p22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45" name="Google Shape;945;p22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946" name="Google Shape;946;p22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7" name="Google Shape;947;p22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8" name="Google Shape;948;p22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9" name="Google Shape;949;p22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0" name="Google Shape;950;p22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p22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2" name="Google Shape;952;p22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37254"/>
                      </a:srgbClr>
                    </a:gs>
                    <a:gs pos="100000">
                      <a:srgbClr val="FFFFFF">
                        <a:alpha val="37254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53" name="Google Shape;953;p22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954" name="Google Shape;954;p22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5" name="Google Shape;955;p22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6" name="Google Shape;956;p22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7" name="Google Shape;957;p22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8" name="Google Shape;958;p22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" name="Google Shape;959;p22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" name="Google Shape;960;p22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37254"/>
                      </a:srgbClr>
                    </a:gs>
                    <a:gs pos="78000">
                      <a:srgbClr val="F5F8FF">
                        <a:alpha val="37254"/>
                      </a:srgbClr>
                    </a:gs>
                    <a:gs pos="100000">
                      <a:srgbClr val="F5F8FF">
                        <a:alpha val="37254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1" name="Google Shape;961;p22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2" name="Google Shape;962;p22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963" name="Google Shape;963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5" name="Google Shape;965;p22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966" name="Google Shape;966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68" name="Google Shape;968;p22"/>
          <p:cNvGrpSpPr/>
          <p:nvPr/>
        </p:nvGrpSpPr>
        <p:grpSpPr>
          <a:xfrm>
            <a:off x="6642300" y="-415700"/>
            <a:ext cx="4558967" cy="1887074"/>
            <a:chOff x="6566100" y="-415700"/>
            <a:chExt cx="4558967" cy="1887074"/>
          </a:xfrm>
        </p:grpSpPr>
        <p:pic>
          <p:nvPicPr>
            <p:cNvPr id="969" name="Google Shape;969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70" name="Google Shape;970;p22"/>
            <p:cNvGrpSpPr/>
            <p:nvPr/>
          </p:nvGrpSpPr>
          <p:grpSpPr>
            <a:xfrm rot="5400000">
              <a:off x="7714063" y="-991384"/>
              <a:ext cx="1433416" cy="2584783"/>
              <a:chOff x="-363162" y="-645597"/>
              <a:chExt cx="1433416" cy="2584783"/>
            </a:xfrm>
          </p:grpSpPr>
          <p:grpSp>
            <p:nvGrpSpPr>
              <p:cNvPr id="971" name="Google Shape;971;p22"/>
              <p:cNvGrpSpPr/>
              <p:nvPr/>
            </p:nvGrpSpPr>
            <p:grpSpPr>
              <a:xfrm rot="10800000">
                <a:off x="-64596" y="-645597"/>
                <a:ext cx="1134850" cy="2370192"/>
                <a:chOff x="-575575" y="3685599"/>
                <a:chExt cx="1421049" cy="2967933"/>
              </a:xfrm>
            </p:grpSpPr>
            <p:sp>
              <p:nvSpPr>
                <p:cNvPr id="972" name="Google Shape;972;p22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3" name="Google Shape;973;p22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74" name="Google Shape;974;p22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22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76" name="Google Shape;976;p22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977" name="Google Shape;977;p22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8" name="Google Shape;978;p22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9" name="Google Shape;979;p22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0" name="Google Shape;980;p22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1" name="Google Shape;981;p22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2" name="Google Shape;982;p22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3" name="Google Shape;983;p22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84" name="Google Shape;984;p22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985" name="Google Shape;985;p22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86" name="Google Shape;986;p22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87" name="Google Shape;987;p22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9" name="Google Shape;989;p23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990" name="Google Shape;990;p23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1" name="Google Shape;991;p23"/>
            <p:cNvGrpSpPr/>
            <p:nvPr/>
          </p:nvGrpSpPr>
          <p:grpSpPr>
            <a:xfrm>
              <a:off x="7218100" y="4855088"/>
              <a:ext cx="931125" cy="525762"/>
              <a:chOff x="7218100" y="4855088"/>
              <a:chExt cx="931125" cy="525762"/>
            </a:xfrm>
          </p:grpSpPr>
          <p:grpSp>
            <p:nvGrpSpPr>
              <p:cNvPr id="992" name="Google Shape;992;p23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993" name="Google Shape;993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4" name="Google Shape;994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5" name="Google Shape;995;p23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996" name="Google Shape;996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7" name="Google Shape;997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98" name="Google Shape;998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99" name="Google Shape;999;p23"/>
          <p:cNvGrpSpPr/>
          <p:nvPr/>
        </p:nvGrpSpPr>
        <p:grpSpPr>
          <a:xfrm>
            <a:off x="-2175000" y="3012192"/>
            <a:ext cx="3701086" cy="3345171"/>
            <a:chOff x="-1886500" y="2599117"/>
            <a:chExt cx="3701086" cy="3345171"/>
          </a:xfrm>
        </p:grpSpPr>
        <p:pic>
          <p:nvPicPr>
            <p:cNvPr id="1000" name="Google Shape;1000;p2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1" name="Google Shape;1001;p23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3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3" name="Google Shape;1003;p23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1004" name="Google Shape;1004;p2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2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6" name="Google Shape;1006;p23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1007" name="Google Shape;1007;p2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8" name="Google Shape;1008;p2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9" name="Google Shape;1009;p23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1010" name="Google Shape;1010;p2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2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12" name="Google Shape;1012;p23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1013" name="Google Shape;1013;p23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1014" name="Google Shape;1014;p23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23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6" name="Google Shape;1016;p23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1017" name="Google Shape;1017;p23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23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23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0" name="Google Shape;1020;p23"/>
            <p:cNvGrpSpPr/>
            <p:nvPr/>
          </p:nvGrpSpPr>
          <p:grpSpPr>
            <a:xfrm flipH="1" rot="10800000">
              <a:off x="7579757" y="-249669"/>
              <a:ext cx="2601921" cy="2438356"/>
              <a:chOff x="7340129" y="2866613"/>
              <a:chExt cx="2439225" cy="2438356"/>
            </a:xfrm>
          </p:grpSpPr>
          <p:sp>
            <p:nvSpPr>
              <p:cNvPr id="1021" name="Google Shape;1021;p23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2" name="Google Shape;1022;p23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23" name="Google Shape;1023;p23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4" name="Google Shape;1024;p23"/>
            <p:cNvGrpSpPr/>
            <p:nvPr/>
          </p:nvGrpSpPr>
          <p:grpSpPr>
            <a:xfrm>
              <a:off x="6917731" y="246011"/>
              <a:ext cx="4623134" cy="134070"/>
              <a:chOff x="6917731" y="246011"/>
              <a:chExt cx="4623134" cy="134070"/>
            </a:xfrm>
          </p:grpSpPr>
          <p:sp>
            <p:nvSpPr>
              <p:cNvPr id="1025" name="Google Shape;1025;p23"/>
              <p:cNvSpPr/>
              <p:nvPr/>
            </p:nvSpPr>
            <p:spPr>
              <a:xfrm flipH="1">
                <a:off x="6917731" y="246011"/>
                <a:ext cx="134070" cy="13407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23"/>
              <p:cNvSpPr/>
              <p:nvPr/>
            </p:nvSpPr>
            <p:spPr>
              <a:xfrm flipH="1">
                <a:off x="6947845" y="276153"/>
                <a:ext cx="73844" cy="73844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27" name="Google Shape;1027;p23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0" name="Google Shape;1030;p24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31" name="Google Shape;1031;p24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32" name="Google Shape;1032;p24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33" name="Google Shape;1033;p24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34" name="Google Shape;1034;p24"/>
          <p:cNvGrpSpPr/>
          <p:nvPr/>
        </p:nvGrpSpPr>
        <p:grpSpPr>
          <a:xfrm flipH="1" rot="-5400000">
            <a:off x="6239120" y="1032768"/>
            <a:ext cx="5022035" cy="4764449"/>
            <a:chOff x="4571994" y="2268219"/>
            <a:chExt cx="5022035" cy="4764449"/>
          </a:xfrm>
        </p:grpSpPr>
        <p:pic>
          <p:nvPicPr>
            <p:cNvPr id="1035" name="Google Shape;1035;p2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36" name="Google Shape;1036;p24"/>
            <p:cNvGrpSpPr/>
            <p:nvPr/>
          </p:nvGrpSpPr>
          <p:grpSpPr>
            <a:xfrm rot="10800000">
              <a:off x="4571994" y="2268219"/>
              <a:ext cx="5022035" cy="4764449"/>
              <a:chOff x="-494405" y="-1584825"/>
              <a:chExt cx="4397193" cy="4171657"/>
            </a:xfrm>
          </p:grpSpPr>
          <p:grpSp>
            <p:nvGrpSpPr>
              <p:cNvPr id="1037" name="Google Shape;1037;p24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038" name="Google Shape;1038;p24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9" name="Google Shape;1039;p24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40" name="Google Shape;1040;p24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041" name="Google Shape;1041;p24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2" name="Google Shape;1042;p24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3" name="Google Shape;1043;p24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44" name="Google Shape;1044;p24"/>
              <p:cNvGrpSpPr/>
              <p:nvPr/>
            </p:nvGrpSpPr>
            <p:grpSpPr>
              <a:xfrm>
                <a:off x="-1" y="621223"/>
                <a:ext cx="699940" cy="478601"/>
                <a:chOff x="39723" y="4349021"/>
                <a:chExt cx="1061964" cy="726143"/>
              </a:xfrm>
            </p:grpSpPr>
            <p:grpSp>
              <p:nvGrpSpPr>
                <p:cNvPr id="1045" name="Google Shape;1045;p2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46" name="Google Shape;1046;p2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047" name="Google Shape;1047;p24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048" name="Google Shape;1048;p2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49" name="Google Shape;1049;p2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50" name="Google Shape;1050;p2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51" name="Google Shape;1051;p2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52" name="Google Shape;1052;p2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053" name="Google Shape;1053;p2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54" name="Google Shape;1054;p24"/>
              <p:cNvGrpSpPr/>
              <p:nvPr/>
            </p:nvGrpSpPr>
            <p:grpSpPr>
              <a:xfrm>
                <a:off x="955673" y="11"/>
                <a:ext cx="592576" cy="405260"/>
                <a:chOff x="39723" y="4349021"/>
                <a:chExt cx="1061964" cy="726143"/>
              </a:xfrm>
            </p:grpSpPr>
            <p:grpSp>
              <p:nvGrpSpPr>
                <p:cNvPr id="1055" name="Google Shape;1055;p2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56" name="Google Shape;1056;p2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057" name="Google Shape;1057;p24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058" name="Google Shape;1058;p2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59" name="Google Shape;1059;p2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60" name="Google Shape;1060;p2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61" name="Google Shape;1061;p2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62" name="Google Shape;1062;p2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063" name="Google Shape;1063;p2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64" name="Google Shape;1064;p24"/>
              <p:cNvGrpSpPr/>
              <p:nvPr/>
            </p:nvGrpSpPr>
            <p:grpSpPr>
              <a:xfrm>
                <a:off x="441574" y="-36652"/>
                <a:ext cx="699940" cy="478601"/>
                <a:chOff x="39723" y="4349021"/>
                <a:chExt cx="1061964" cy="726143"/>
              </a:xfrm>
            </p:grpSpPr>
            <p:grpSp>
              <p:nvGrpSpPr>
                <p:cNvPr id="1065" name="Google Shape;1065;p2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66" name="Google Shape;1066;p2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067" name="Google Shape;1067;p24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068" name="Google Shape;1068;p2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69" name="Google Shape;1069;p2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70" name="Google Shape;1070;p2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71" name="Google Shape;1071;p2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72" name="Google Shape;1072;p2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073" name="Google Shape;1073;p2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74" name="Google Shape;1074;p24"/>
              <p:cNvGrpSpPr/>
              <p:nvPr/>
            </p:nvGrpSpPr>
            <p:grpSpPr>
              <a:xfrm>
                <a:off x="-494405" y="-252396"/>
                <a:ext cx="1741563" cy="1288563"/>
                <a:chOff x="-494405" y="-252396"/>
                <a:chExt cx="1741563" cy="1288563"/>
              </a:xfrm>
            </p:grpSpPr>
            <p:sp>
              <p:nvSpPr>
                <p:cNvPr id="1075" name="Google Shape;1075;p24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6" name="Google Shape;1076;p24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77" name="Google Shape;1077;p24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78" name="Google Shape;1078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080" name="Google Shape;1080;p24"/>
          <p:cNvPicPr preferRelativeResize="0"/>
          <p:nvPr/>
        </p:nvPicPr>
        <p:blipFill rotWithShape="1">
          <a:blip r:embed="rId2">
            <a:alphaModFix/>
          </a:blip>
          <a:srcRect b="26177" l="16960" r="7121" t="24719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1" name="Google Shape;1081;p24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82" name="Google Shape;1082;p24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3" name="Google Shape;1083;p24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84" name="Google Shape;1084;p24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5" name="Google Shape;1085;p24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86" name="Google Shape;1086;p24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87" name="Google Shape;1087;p24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1" name="Google Shape;1091;p24"/>
            <p:cNvGrpSpPr/>
            <p:nvPr/>
          </p:nvGrpSpPr>
          <p:grpSpPr>
            <a:xfrm>
              <a:off x="-549966" y="3946425"/>
              <a:ext cx="2833357" cy="1421047"/>
              <a:chOff x="-677366" y="4067275"/>
              <a:chExt cx="2833357" cy="1421047"/>
            </a:xfrm>
          </p:grpSpPr>
          <p:sp>
            <p:nvSpPr>
              <p:cNvPr id="1092" name="Google Shape;1092;p24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93" name="Google Shape;1093;p24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94" name="Google Shape;1094;p2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5" name="Google Shape;1095;p2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96" name="Google Shape;1096;p24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97" name="Google Shape;1097;p2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8" name="Google Shape;1098;p2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99" name="Google Shape;1099;p24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0" name="Google Shape;1100;p24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101" name="Google Shape;1101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02" name="Google Shape;1102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03" name="Google Shape;1103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25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6" name="Google Shape;1106;p25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07" name="Google Shape;1107;p25"/>
          <p:cNvGrpSpPr/>
          <p:nvPr/>
        </p:nvGrpSpPr>
        <p:grpSpPr>
          <a:xfrm>
            <a:off x="-1623735" y="2499757"/>
            <a:ext cx="5119205" cy="4373891"/>
            <a:chOff x="-1547535" y="2499757"/>
            <a:chExt cx="5119205" cy="4373891"/>
          </a:xfrm>
        </p:grpSpPr>
        <p:pic>
          <p:nvPicPr>
            <p:cNvPr id="1108" name="Google Shape;1108;p2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09" name="Google Shape;1109;p25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1110" name="Google Shape;111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7" name="Google Shape;1117;p25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1118" name="Google Shape;1118;p25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9" name="Google Shape;1119;p25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120" name="Google Shape;1120;p25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1" name="Google Shape;1121;p25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22" name="Google Shape;1122;p25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123" name="Google Shape;1123;p25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4" name="Google Shape;1124;p25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25" name="Google Shape;1125;p25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126" name="Google Shape;1126;p25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7" name="Google Shape;1127;p25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28" name="Google Shape;1128;p25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9" name="Google Shape;1129;p25"/>
            <p:cNvGrpSpPr/>
            <p:nvPr/>
          </p:nvGrpSpPr>
          <p:grpSpPr>
            <a:xfrm rot="-5400000">
              <a:off x="99299" y="3411734"/>
              <a:ext cx="88152" cy="2151709"/>
              <a:chOff x="3054755" y="4367024"/>
              <a:chExt cx="88143" cy="1137387"/>
            </a:xfrm>
          </p:grpSpPr>
          <p:sp>
            <p:nvSpPr>
              <p:cNvPr id="1130" name="Google Shape;1130;p2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2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2" name="Google Shape;1132;p25"/>
            <p:cNvGrpSpPr/>
            <p:nvPr/>
          </p:nvGrpSpPr>
          <p:grpSpPr>
            <a:xfrm rot="-5400000">
              <a:off x="-28714" y="3651409"/>
              <a:ext cx="88152" cy="2151709"/>
              <a:chOff x="3054755" y="4367024"/>
              <a:chExt cx="88143" cy="1137387"/>
            </a:xfrm>
          </p:grpSpPr>
          <p:sp>
            <p:nvSpPr>
              <p:cNvPr id="1133" name="Google Shape;1133;p2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40000">
                    <a:srgbClr val="FF9900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2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40000">
                    <a:srgbClr val="FF9900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35" name="Google Shape;1135;p25"/>
          <p:cNvGrpSpPr/>
          <p:nvPr/>
        </p:nvGrpSpPr>
        <p:grpSpPr>
          <a:xfrm rot="-5400000">
            <a:off x="7274810" y="-1067450"/>
            <a:ext cx="3920501" cy="3213898"/>
            <a:chOff x="6643710" y="2822113"/>
            <a:chExt cx="3920501" cy="3213898"/>
          </a:xfrm>
        </p:grpSpPr>
        <p:pic>
          <p:nvPicPr>
            <p:cNvPr id="1136" name="Google Shape;1136;p2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25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25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25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6"/>
                  </a:srgbClr>
                </a:gs>
                <a:gs pos="78000">
                  <a:srgbClr val="F5F8FF">
                    <a:alpha val="46666"/>
                  </a:srgbClr>
                </a:gs>
                <a:gs pos="100000">
                  <a:srgbClr val="F5F8FF">
                    <a:alpha val="4666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0" name="Google Shape;1140;p25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1141" name="Google Shape;1141;p25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25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4" name="Google Shape;1144;p25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1145" name="Google Shape;1145;p2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26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0" name="Google Shape;1150;p26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51" name="Google Shape;1151;p26"/>
          <p:cNvGrpSpPr/>
          <p:nvPr/>
        </p:nvGrpSpPr>
        <p:grpSpPr>
          <a:xfrm>
            <a:off x="-291585" y="-494819"/>
            <a:ext cx="1448824" cy="2238805"/>
            <a:chOff x="-308635" y="-494819"/>
            <a:chExt cx="1448824" cy="2238805"/>
          </a:xfrm>
        </p:grpSpPr>
        <p:grpSp>
          <p:nvGrpSpPr>
            <p:cNvPr id="1152" name="Google Shape;1152;p26"/>
            <p:cNvGrpSpPr/>
            <p:nvPr/>
          </p:nvGrpSpPr>
          <p:grpSpPr>
            <a:xfrm>
              <a:off x="-275757" y="-242066"/>
              <a:ext cx="981772" cy="1986052"/>
              <a:chOff x="-293545" y="3454371"/>
              <a:chExt cx="981772" cy="1986052"/>
            </a:xfrm>
          </p:grpSpPr>
          <p:sp>
            <p:nvSpPr>
              <p:cNvPr id="1153" name="Google Shape;1153;p2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2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5" name="Google Shape;1155;p26"/>
            <p:cNvGrpSpPr/>
            <p:nvPr/>
          </p:nvGrpSpPr>
          <p:grpSpPr>
            <a:xfrm>
              <a:off x="364499" y="794648"/>
              <a:ext cx="699940" cy="478601"/>
              <a:chOff x="39723" y="4349021"/>
              <a:chExt cx="1061964" cy="726143"/>
            </a:xfrm>
          </p:grpSpPr>
          <p:grpSp>
            <p:nvGrpSpPr>
              <p:cNvPr id="1156" name="Google Shape;1156;p2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7" name="Google Shape;1157;p2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58" name="Google Shape;1158;p2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59" name="Google Shape;1159;p2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0" name="Google Shape;1160;p2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1" name="Google Shape;1161;p2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2" name="Google Shape;1162;p2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3" name="Google Shape;1163;p2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64" name="Google Shape;1164;p2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5" name="Google Shape;1165;p26"/>
            <p:cNvGrpSpPr/>
            <p:nvPr/>
          </p:nvGrpSpPr>
          <p:grpSpPr>
            <a:xfrm rot="-5400000">
              <a:off x="-460622" y="-342831"/>
              <a:ext cx="1351491" cy="1047516"/>
              <a:chOff x="-2460210" y="2758494"/>
              <a:chExt cx="1351491" cy="1047516"/>
            </a:xfrm>
          </p:grpSpPr>
          <p:sp>
            <p:nvSpPr>
              <p:cNvPr id="1166" name="Google Shape;1166;p2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2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2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2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0" name="Google Shape;1170;p26"/>
            <p:cNvGrpSpPr/>
            <p:nvPr/>
          </p:nvGrpSpPr>
          <p:grpSpPr>
            <a:xfrm>
              <a:off x="440249" y="455173"/>
              <a:ext cx="699940" cy="478601"/>
              <a:chOff x="39723" y="4349021"/>
              <a:chExt cx="1061964" cy="726143"/>
            </a:xfrm>
          </p:grpSpPr>
          <p:grpSp>
            <p:nvGrpSpPr>
              <p:cNvPr id="1171" name="Google Shape;1171;p2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72" name="Google Shape;1172;p2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73" name="Google Shape;1173;p2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4" name="Google Shape;1174;p2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5" name="Google Shape;1175;p2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6" name="Google Shape;1176;p2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7" name="Google Shape;1177;p2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8" name="Google Shape;1178;p2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79" name="Google Shape;1179;p2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0" name="Google Shape;1180;p26"/>
            <p:cNvGrpSpPr/>
            <p:nvPr/>
          </p:nvGrpSpPr>
          <p:grpSpPr>
            <a:xfrm>
              <a:off x="-63826" y="511661"/>
              <a:ext cx="699940" cy="478601"/>
              <a:chOff x="39723" y="4349021"/>
              <a:chExt cx="1061964" cy="726143"/>
            </a:xfrm>
          </p:grpSpPr>
          <p:grpSp>
            <p:nvGrpSpPr>
              <p:cNvPr id="1181" name="Google Shape;1181;p2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2" name="Google Shape;1182;p2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83" name="Google Shape;1183;p2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84" name="Google Shape;1184;p2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5" name="Google Shape;1185;p2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6" name="Google Shape;1186;p2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7" name="Google Shape;1187;p2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8" name="Google Shape;1188;p2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89" name="Google Shape;1189;p2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90" name="Google Shape;1190;p26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191" name="Google Shape;1191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92" name="Google Shape;1192;p26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193" name="Google Shape;1193;p26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26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26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26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7" name="Google Shape;1197;p26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198" name="Google Shape;1198;p26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99" name="Google Shape;1199;p26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200" name="Google Shape;1200;p2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1" name="Google Shape;1201;p2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02" name="Google Shape;1202;p26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203" name="Google Shape;1203;p2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4" name="Google Shape;1204;p2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205" name="Google Shape;1205;p26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i="0" lang="en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" sz="12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Freepik</a:t>
            </a:r>
            <a:r>
              <a:rPr b="1" i="0" lang="en" sz="1200" u="sng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8" name="Google Shape;1208;p27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209" name="Google Shape;1209;p27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1210" name="Google Shape;1210;p27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27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27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3" name="Google Shape;1213;p27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1214" name="Google Shape;1214;p27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6" name="Google Shape;1216;p27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1217" name="Google Shape;1217;p27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9" name="Google Shape;1219;p27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1220" name="Google Shape;1220;p2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22" name="Google Shape;1222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3" name="Google Shape;1223;p27"/>
          <p:cNvGrpSpPr/>
          <p:nvPr/>
        </p:nvGrpSpPr>
        <p:grpSpPr>
          <a:xfrm rot="5400000">
            <a:off x="-1981526" y="1924689"/>
            <a:ext cx="6191221" cy="6191221"/>
            <a:chOff x="-2825828" y="1271890"/>
            <a:chExt cx="6191221" cy="6191221"/>
          </a:xfrm>
        </p:grpSpPr>
        <p:pic>
          <p:nvPicPr>
            <p:cNvPr id="1224" name="Google Shape;1224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25" name="Google Shape;1225;p27"/>
            <p:cNvGrpSpPr/>
            <p:nvPr/>
          </p:nvGrpSpPr>
          <p:grpSpPr>
            <a:xfrm>
              <a:off x="-2825828" y="1271890"/>
              <a:ext cx="6191221" cy="6191221"/>
              <a:chOff x="-2825828" y="1271890"/>
              <a:chExt cx="6191221" cy="6191221"/>
            </a:xfrm>
          </p:grpSpPr>
          <p:sp>
            <p:nvSpPr>
              <p:cNvPr id="1226" name="Google Shape;1226;p27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27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28" name="Google Shape;1228;p27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29" name="Google Shape;1229;p27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0" name="Google Shape;1230;p27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31" name="Google Shape;1231;p27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32" name="Google Shape;1232;p27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3" name="Google Shape;1233;p27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34" name="Google Shape;1234;p27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235" name="Google Shape;1235;p27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6" name="Google Shape;1236;p27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37" name="Google Shape;1237;p27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238" name="Google Shape;1238;p27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9" name="Google Shape;1239;p27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1" name="Google Shape;1241;p28"/>
          <p:cNvGrpSpPr/>
          <p:nvPr/>
        </p:nvGrpSpPr>
        <p:grpSpPr>
          <a:xfrm>
            <a:off x="4582519" y="2433469"/>
            <a:ext cx="5022035" cy="4764449"/>
            <a:chOff x="4571994" y="2268219"/>
            <a:chExt cx="5022035" cy="4764449"/>
          </a:xfrm>
        </p:grpSpPr>
        <p:pic>
          <p:nvPicPr>
            <p:cNvPr id="1242" name="Google Shape;1242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3" name="Google Shape;1243;p28"/>
            <p:cNvGrpSpPr/>
            <p:nvPr/>
          </p:nvGrpSpPr>
          <p:grpSpPr>
            <a:xfrm rot="10800000">
              <a:off x="4571994" y="2268219"/>
              <a:ext cx="5022035" cy="4764449"/>
              <a:chOff x="-494405" y="-1584825"/>
              <a:chExt cx="4397193" cy="4171657"/>
            </a:xfrm>
          </p:grpSpPr>
          <p:grpSp>
            <p:nvGrpSpPr>
              <p:cNvPr id="1244" name="Google Shape;1244;p28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245" name="Google Shape;1245;p28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6" name="Google Shape;1246;p28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7" name="Google Shape;1247;p28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248" name="Google Shape;1248;p28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9" name="Google Shape;1249;p28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0" name="Google Shape;1250;p28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51" name="Google Shape;1251;p28"/>
              <p:cNvGrpSpPr/>
              <p:nvPr/>
            </p:nvGrpSpPr>
            <p:grpSpPr>
              <a:xfrm>
                <a:off x="-1" y="621223"/>
                <a:ext cx="699940" cy="478601"/>
                <a:chOff x="39723" y="4349021"/>
                <a:chExt cx="1061964" cy="726143"/>
              </a:xfrm>
            </p:grpSpPr>
            <p:grpSp>
              <p:nvGrpSpPr>
                <p:cNvPr id="1252" name="Google Shape;1252;p2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253" name="Google Shape;1253;p2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254" name="Google Shape;1254;p28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255" name="Google Shape;1255;p2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56" name="Google Shape;1256;p2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57" name="Google Shape;1257;p2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58" name="Google Shape;1258;p2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59" name="Google Shape;1259;p2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260" name="Google Shape;1260;p2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61" name="Google Shape;1261;p28"/>
              <p:cNvGrpSpPr/>
              <p:nvPr/>
            </p:nvGrpSpPr>
            <p:grpSpPr>
              <a:xfrm>
                <a:off x="955673" y="11"/>
                <a:ext cx="592576" cy="405260"/>
                <a:chOff x="39723" y="4349021"/>
                <a:chExt cx="1061964" cy="726143"/>
              </a:xfrm>
            </p:grpSpPr>
            <p:grpSp>
              <p:nvGrpSpPr>
                <p:cNvPr id="1262" name="Google Shape;1262;p2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263" name="Google Shape;1263;p2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264" name="Google Shape;1264;p28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265" name="Google Shape;1265;p2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66" name="Google Shape;1266;p2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67" name="Google Shape;1267;p2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68" name="Google Shape;1268;p2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69" name="Google Shape;1269;p2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270" name="Google Shape;1270;p2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71" name="Google Shape;1271;p28"/>
              <p:cNvGrpSpPr/>
              <p:nvPr/>
            </p:nvGrpSpPr>
            <p:grpSpPr>
              <a:xfrm>
                <a:off x="441574" y="-36652"/>
                <a:ext cx="699940" cy="478601"/>
                <a:chOff x="39723" y="4349021"/>
                <a:chExt cx="1061964" cy="726143"/>
              </a:xfrm>
            </p:grpSpPr>
            <p:grpSp>
              <p:nvGrpSpPr>
                <p:cNvPr id="1272" name="Google Shape;1272;p2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273" name="Google Shape;1273;p2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274" name="Google Shape;1274;p28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275" name="Google Shape;1275;p2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76" name="Google Shape;1276;p2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77" name="Google Shape;1277;p2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78" name="Google Shape;1278;p2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79" name="Google Shape;1279;p2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280" name="Google Shape;1280;p2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81" name="Google Shape;1281;p28"/>
              <p:cNvGrpSpPr/>
              <p:nvPr/>
            </p:nvGrpSpPr>
            <p:grpSpPr>
              <a:xfrm>
                <a:off x="-494405" y="-252396"/>
                <a:ext cx="1741563" cy="1288563"/>
                <a:chOff x="-494405" y="-252396"/>
                <a:chExt cx="1741563" cy="1288563"/>
              </a:xfrm>
            </p:grpSpPr>
            <p:sp>
              <p:nvSpPr>
                <p:cNvPr id="1282" name="Google Shape;1282;p28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3" name="Google Shape;1283;p28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84" name="Google Shape;1284;p28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285" name="Google Shape;1285;p2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2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87" name="Google Shape;1287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8" name="Google Shape;1288;p28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89" name="Google Shape;1289;p28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290" name="Google Shape;1290;p28"/>
          <p:cNvGrpSpPr/>
          <p:nvPr/>
        </p:nvGrpSpPr>
        <p:grpSpPr>
          <a:xfrm>
            <a:off x="-913828" y="-2335097"/>
            <a:ext cx="5022160" cy="4764814"/>
            <a:chOff x="-837628" y="-2258897"/>
            <a:chExt cx="5022160" cy="4764814"/>
          </a:xfrm>
        </p:grpSpPr>
        <p:grpSp>
          <p:nvGrpSpPr>
            <p:cNvPr id="1291" name="Google Shape;1291;p28"/>
            <p:cNvGrpSpPr/>
            <p:nvPr/>
          </p:nvGrpSpPr>
          <p:grpSpPr>
            <a:xfrm>
              <a:off x="-837628" y="-736613"/>
              <a:ext cx="1989039" cy="1471668"/>
              <a:chOff x="-494405" y="-252396"/>
              <a:chExt cx="1741563" cy="1288563"/>
            </a:xfrm>
          </p:grpSpPr>
          <p:sp>
            <p:nvSpPr>
              <p:cNvPr id="1292" name="Google Shape;1292;p2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2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4" name="Google Shape;1294;p28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1295" name="Google Shape;1295;p2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2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2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8" name="Google Shape;1298;p28"/>
            <p:cNvGrpSpPr/>
            <p:nvPr/>
          </p:nvGrpSpPr>
          <p:grpSpPr>
            <a:xfrm>
              <a:off x="-272968" y="261330"/>
              <a:ext cx="799446" cy="546640"/>
              <a:chOff x="39723" y="4349021"/>
              <a:chExt cx="1061964" cy="726143"/>
            </a:xfrm>
          </p:grpSpPr>
          <p:grpSp>
            <p:nvGrpSpPr>
              <p:cNvPr id="1299" name="Google Shape;1299;p2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00" name="Google Shape;1300;p2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01" name="Google Shape;1301;p2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302" name="Google Shape;1302;p2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3" name="Google Shape;1303;p2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4" name="Google Shape;1304;p2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5" name="Google Shape;1305;p2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06" name="Google Shape;1306;p2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07" name="Google Shape;1307;p2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08" name="Google Shape;1308;p28"/>
          <p:cNvGrpSpPr/>
          <p:nvPr/>
        </p:nvGrpSpPr>
        <p:grpSpPr>
          <a:xfrm>
            <a:off x="-224248" y="3297090"/>
            <a:ext cx="605803" cy="2417785"/>
            <a:chOff x="-224248" y="3297090"/>
            <a:chExt cx="605803" cy="2417785"/>
          </a:xfrm>
        </p:grpSpPr>
        <p:grpSp>
          <p:nvGrpSpPr>
            <p:cNvPr id="1309" name="Google Shape;1309;p28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1310" name="Google Shape;1310;p2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2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2" name="Google Shape;1312;p28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1313" name="Google Shape;1313;p2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2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15" name="Google Shape;1315;p28"/>
          <p:cNvGrpSpPr/>
          <p:nvPr/>
        </p:nvGrpSpPr>
        <p:grpSpPr>
          <a:xfrm>
            <a:off x="3585480" y="-1456810"/>
            <a:ext cx="3681466" cy="2759625"/>
            <a:chOff x="3585480" y="-1380610"/>
            <a:chExt cx="3681466" cy="2759625"/>
          </a:xfrm>
        </p:grpSpPr>
        <p:pic>
          <p:nvPicPr>
            <p:cNvPr id="1316" name="Google Shape;1316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17" name="Google Shape;1317;p28"/>
            <p:cNvGrpSpPr/>
            <p:nvPr/>
          </p:nvGrpSpPr>
          <p:grpSpPr>
            <a:xfrm>
              <a:off x="6590156" y="-232440"/>
              <a:ext cx="676790" cy="462843"/>
              <a:chOff x="39723" y="4349021"/>
              <a:chExt cx="1061964" cy="726143"/>
            </a:xfrm>
          </p:grpSpPr>
          <p:grpSp>
            <p:nvGrpSpPr>
              <p:cNvPr id="1318" name="Google Shape;1318;p2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19" name="Google Shape;1319;p2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20" name="Google Shape;1320;p2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321" name="Google Shape;1321;p2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2" name="Google Shape;1322;p2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3" name="Google Shape;1323;p2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4" name="Google Shape;1324;p2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25" name="Google Shape;1325;p2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26" name="Google Shape;1326;p2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27" name="Google Shape;1327;p28"/>
            <p:cNvGrpSpPr/>
            <p:nvPr/>
          </p:nvGrpSpPr>
          <p:grpSpPr>
            <a:xfrm>
              <a:off x="6003005" y="-274104"/>
              <a:ext cx="799446" cy="546640"/>
              <a:chOff x="39723" y="4349021"/>
              <a:chExt cx="1061964" cy="726143"/>
            </a:xfrm>
          </p:grpSpPr>
          <p:grpSp>
            <p:nvGrpSpPr>
              <p:cNvPr id="1328" name="Google Shape;1328;p2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29" name="Google Shape;1329;p2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330" name="Google Shape;1330;p2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331" name="Google Shape;1331;p2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2" name="Google Shape;1332;p2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3" name="Google Shape;1333;p2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4" name="Google Shape;1334;p2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35" name="Google Shape;1335;p2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336" name="Google Shape;1336;p2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5"/>
              <a:ext cx="2833357" cy="1421047"/>
              <a:chOff x="-677366" y="4067275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6" y="-1678249"/>
            <a:ext cx="4189198" cy="3065874"/>
            <a:chOff x="6171526" y="-1678249"/>
            <a:chExt cx="4189198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2"/>
            <a:chOff x="8256352" y="-7"/>
            <a:chExt cx="2386151" cy="3293872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3" y="-7"/>
              <a:ext cx="325155" cy="1788670"/>
              <a:chOff x="8869019" y="-622132"/>
              <a:chExt cx="325155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7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irebase.google.com/docs/firestore" TargetMode="External"/><Relationship Id="rId4" Type="http://schemas.openxmlformats.org/officeDocument/2006/relationships/hyperlink" Target="https://firebase.google.com/docs/firestor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3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В</a:t>
            </a:r>
            <a:r>
              <a:rPr lang="en"/>
              <a:t>ыполнено</a:t>
            </a:r>
            <a:r>
              <a:rPr lang="en"/>
              <a:t>: Азизовом С.М</a:t>
            </a:r>
            <a:endParaRPr/>
          </a:p>
        </p:txBody>
      </p:sp>
      <p:sp>
        <p:nvSpPr>
          <p:cNvPr id="1425" name="Google Shape;1425;p3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ГЕНЕРАТОР ИДЕЙ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426" name="Google Shape;1426;p32"/>
          <p:cNvGrpSpPr/>
          <p:nvPr/>
        </p:nvGrpSpPr>
        <p:grpSpPr>
          <a:xfrm>
            <a:off x="1096850" y="3242811"/>
            <a:ext cx="3936684" cy="134070"/>
            <a:chOff x="1096850" y="3242811"/>
            <a:chExt cx="3936684" cy="134070"/>
          </a:xfrm>
        </p:grpSpPr>
        <p:cxnSp>
          <p:nvCxnSpPr>
            <p:cNvPr id="1427" name="Google Shape;1427;p32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28" name="Google Shape;1428;p32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29" name="Google Shape;1429;p32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32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31" name="Google Shape;1431;p32"/>
          <p:cNvGrpSpPr/>
          <p:nvPr/>
        </p:nvGrpSpPr>
        <p:grpSpPr>
          <a:xfrm>
            <a:off x="8017432" y="-313900"/>
            <a:ext cx="134070" cy="1891363"/>
            <a:chOff x="8017432" y="-313900"/>
            <a:chExt cx="134070" cy="1891363"/>
          </a:xfrm>
        </p:grpSpPr>
        <p:sp>
          <p:nvSpPr>
            <p:cNvPr id="1432" name="Google Shape;1432;p32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33" name="Google Shape;1433;p32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4" name="Google Shape;1434;p32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5" name="Google Shape;1435;p32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36" name="Google Shape;1436;p32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7" name="Google Shape;1437;p32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38" name="Google Shape;1438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0" name="Google Shape;1440;p32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1" name="Google Shape;1441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3" name="Google Shape;1443;p32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6" name="Google Shape;1446;p32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/>
              <a:t>Какую пробелму решаем</a:t>
            </a:r>
            <a:endParaRPr sz="32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52" name="Google Shape;1452;p33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Время</a:t>
            </a:r>
            <a:endParaRPr/>
          </a:p>
        </p:txBody>
      </p:sp>
      <p:sp>
        <p:nvSpPr>
          <p:cNvPr id="1453" name="Google Shape;1453;p33"/>
          <p:cNvSpPr txBox="1"/>
          <p:nvPr>
            <p:ph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54" name="Google Shape;1454;p33"/>
          <p:cNvSpPr txBox="1"/>
          <p:nvPr>
            <p:ph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55" name="Google Shape;1455;p33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Меньше стреса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Технический стек</a:t>
            </a:r>
            <a:endParaRPr/>
          </a:p>
        </p:txBody>
      </p:sp>
      <p:graphicFrame>
        <p:nvGraphicFramePr>
          <p:cNvPr id="1461" name="Google Shape;1461;p34"/>
          <p:cNvGraphicFramePr/>
          <p:nvPr/>
        </p:nvGraphicFramePr>
        <p:xfrm>
          <a:off x="720000" y="161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{EEAD060A-59CC-401D-B210-63D581885097}</a:tableStyleId>
              </a:tblPr>
              <a:tblGrid>
                <a:gridCol w="2638000"/>
                <a:gridCol w="5066000"/>
              </a:tblGrid>
              <a:tr h="40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Язык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Java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Среда разработки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ndroid Studio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Ul Framework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rgbClr val="1D1D1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Material Components 3,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ConstraintLayout </a:t>
                      </a:r>
                      <a:r>
                        <a:rPr lang="en" sz="900">
                          <a:solidFill>
                            <a:srgbClr val="1D1D1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CardView</a:t>
                      </a:r>
                      <a:r>
                        <a:rPr lang="en" sz="1100"/>
                        <a:t> </a:t>
                      </a:r>
                      <a:r>
                        <a:rPr lang="en" sz="900">
                          <a:solidFill>
                            <a:srgbClr val="1D1D1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RecyclerView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Хранение</a:t>
                      </a:r>
                      <a:r>
                        <a:rPr b="1" lang="en" sz="1000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 данных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Firebase 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7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Искусственный интеллект</a:t>
                      </a:r>
                      <a:endParaRPr b="1" sz="1000" u="sng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GigaChat API</a:t>
                      </a:r>
                      <a:r>
                        <a:rPr lang="en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База данных</a:t>
            </a:r>
            <a:endParaRPr/>
          </a:p>
        </p:txBody>
      </p:sp>
      <p:sp>
        <p:nvSpPr>
          <p:cNvPr id="1467" name="Google Shape;1467;p35"/>
          <p:cNvSpPr txBox="1"/>
          <p:nvPr>
            <p:ph idx="2" type="subTitle"/>
          </p:nvPr>
        </p:nvSpPr>
        <p:spPr>
          <a:xfrm>
            <a:off x="720000" y="1017725"/>
            <a:ext cx="3543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uFill>
                  <a:noFill/>
                </a:uFill>
                <a:hlinkClick r:id="rId3"/>
              </a:rPr>
              <a:t>Firebase</a:t>
            </a:r>
            <a:endParaRPr sz="1950">
              <a:uFill>
                <a:noFill/>
              </a:uFill>
              <a:hlinkClick r:id="rId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1D1D1F"/>
              </a:solidFill>
            </a:endParaRPr>
          </a:p>
        </p:txBody>
      </p:sp>
      <p:grpSp>
        <p:nvGrpSpPr>
          <p:cNvPr id="1468" name="Google Shape;1468;p35"/>
          <p:cNvGrpSpPr/>
          <p:nvPr/>
        </p:nvGrpSpPr>
        <p:grpSpPr>
          <a:xfrm>
            <a:off x="-123925" y="4132284"/>
            <a:ext cx="4558967" cy="1141122"/>
            <a:chOff x="-123925" y="4132284"/>
            <a:chExt cx="4558967" cy="1141122"/>
          </a:xfrm>
        </p:grpSpPr>
        <p:grpSp>
          <p:nvGrpSpPr>
            <p:cNvPr id="1469" name="Google Shape;1469;p35"/>
            <p:cNvGrpSpPr/>
            <p:nvPr/>
          </p:nvGrpSpPr>
          <p:grpSpPr>
            <a:xfrm>
              <a:off x="-3" y="4132284"/>
              <a:ext cx="2308406" cy="1141122"/>
              <a:chOff x="-3" y="4132284"/>
              <a:chExt cx="2308406" cy="1141122"/>
            </a:xfrm>
          </p:grpSpPr>
          <p:sp>
            <p:nvSpPr>
              <p:cNvPr id="1470" name="Google Shape;1470;p35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35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2" name="Google Shape;1472;p35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473" name="Google Shape;1473;p3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74" name="Google Shape;1474;p3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75" name="Google Shape;1475;p3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36"/>
          <p:cNvSpPr txBox="1"/>
          <p:nvPr>
            <p:ph type="title"/>
          </p:nvPr>
        </p:nvSpPr>
        <p:spPr>
          <a:xfrm>
            <a:off x="0" y="0"/>
            <a:ext cx="422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дизайн/функционал</a:t>
            </a:r>
            <a:endParaRPr/>
          </a:p>
        </p:txBody>
      </p:sp>
      <p:pic>
        <p:nvPicPr>
          <p:cNvPr id="1481" name="Google Shape;14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476" y="572680"/>
            <a:ext cx="1931151" cy="4399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2" name="Google Shape;148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0662" y="572735"/>
            <a:ext cx="1931151" cy="439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3" name="Google Shape;148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8575" y="572700"/>
            <a:ext cx="1931151" cy="439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750" y="572725"/>
            <a:ext cx="1931151" cy="439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Заключение/Github</a:t>
            </a:r>
            <a:endParaRPr/>
          </a:p>
        </p:txBody>
      </p:sp>
      <p:sp>
        <p:nvSpPr>
          <p:cNvPr id="1490" name="Google Shape;1490;p37"/>
          <p:cNvSpPr txBox="1"/>
          <p:nvPr>
            <p:ph idx="1" type="subTitle"/>
          </p:nvPr>
        </p:nvSpPr>
        <p:spPr>
          <a:xfrm>
            <a:off x="720000" y="1171825"/>
            <a:ext cx="41238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Работать с облачными решениями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91" name="Google Shape;1491;p37"/>
          <p:cNvSpPr txBox="1"/>
          <p:nvPr/>
        </p:nvSpPr>
        <p:spPr>
          <a:xfrm>
            <a:off x="5573825" y="2895950"/>
            <a:ext cx="339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" sz="1000" u="sng">
                <a:latin typeface="Poppins"/>
                <a:ea typeface="Poppins"/>
                <a:cs typeface="Poppins"/>
                <a:sym typeface="Poppins"/>
              </a:rPr>
              <a:t>ttps://github.com/IisemkaiI/ideagenerator1</a:t>
            </a:r>
            <a:endParaRPr sz="1000" u="sng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92" name="Google Shape;1492;p37" title="6e857ce61d5cdb3468d834888a3626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8740" y="445020"/>
            <a:ext cx="2313861" cy="2313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8"/>
          <p:cNvSpPr txBox="1"/>
          <p:nvPr>
            <p:ph type="title"/>
          </p:nvPr>
        </p:nvSpPr>
        <p:spPr>
          <a:xfrm>
            <a:off x="0" y="1712600"/>
            <a:ext cx="91440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Спасибо за внимание</a:t>
            </a:r>
            <a:endParaRPr/>
          </a:p>
        </p:txBody>
      </p:sp>
      <p:grpSp>
        <p:nvGrpSpPr>
          <p:cNvPr id="1498" name="Google Shape;1498;p38"/>
          <p:cNvGrpSpPr/>
          <p:nvPr/>
        </p:nvGrpSpPr>
        <p:grpSpPr>
          <a:xfrm>
            <a:off x="-1238838" y="-2814271"/>
            <a:ext cx="6191221" cy="6569036"/>
            <a:chOff x="-1238838" y="-2814271"/>
            <a:chExt cx="6191221" cy="6569036"/>
          </a:xfrm>
        </p:grpSpPr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 flipH="1">
              <a:off x="-860279" y="-1155525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>
              <a:off x="-1238838" y="-2814271"/>
              <a:ext cx="6191221" cy="6569036"/>
              <a:chOff x="-1238838" y="-2814271"/>
              <a:chExt cx="6191221" cy="6569036"/>
            </a:xfrm>
          </p:grpSpPr>
          <p:sp>
            <p:nvSpPr>
              <p:cNvPr id="1501" name="Google Shape;1501;p38"/>
              <p:cNvSpPr/>
              <p:nvPr/>
            </p:nvSpPr>
            <p:spPr>
              <a:xfrm flipH="1" rot="-2700000">
                <a:off x="-146394" y="-2093348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 flipH="1" rot="-2700000">
                <a:off x="-515017" y="-1565448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 flipH="1" rot="-2700000">
                <a:off x="194575" y="-1729713"/>
                <a:ext cx="3153371" cy="5119296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04" name="Google Shape;1504;p38"/>
              <p:cNvGrpSpPr/>
              <p:nvPr/>
            </p:nvGrpSpPr>
            <p:grpSpPr>
              <a:xfrm>
                <a:off x="3010374" y="1407525"/>
                <a:ext cx="196674" cy="196585"/>
                <a:chOff x="1101075" y="2142375"/>
                <a:chExt cx="439200" cy="439100"/>
              </a:xfrm>
            </p:grpSpPr>
            <p:sp>
              <p:nvSpPr>
                <p:cNvPr id="1505" name="Google Shape;1505;p3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6" name="Google Shape;1506;p3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07" name="Google Shape;1507;p38"/>
              <p:cNvGrpSpPr/>
              <p:nvPr/>
            </p:nvGrpSpPr>
            <p:grpSpPr>
              <a:xfrm>
                <a:off x="1890399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508" name="Google Shape;1508;p3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9" name="Google Shape;1509;p3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10" name="Google Shape;1510;p38"/>
              <p:cNvGrpSpPr/>
              <p:nvPr/>
            </p:nvGrpSpPr>
            <p:grpSpPr>
              <a:xfrm>
                <a:off x="2755474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511" name="Google Shape;1511;p3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2" name="Google Shape;1512;p3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13" name="Google Shape;1513;p38"/>
              <p:cNvGrpSpPr/>
              <p:nvPr/>
            </p:nvGrpSpPr>
            <p:grpSpPr>
              <a:xfrm>
                <a:off x="1290099" y="539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514" name="Google Shape;1514;p3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5" name="Google Shape;1515;p3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16" name="Google Shape;1516;p38"/>
              <p:cNvGrpSpPr/>
              <p:nvPr/>
            </p:nvGrpSpPr>
            <p:grpSpPr>
              <a:xfrm>
                <a:off x="2022774" y="671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517" name="Google Shape;1517;p3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8" name="Google Shape;1518;p3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519" name="Google Shape;1519;p38"/>
          <p:cNvGrpSpPr/>
          <p:nvPr/>
        </p:nvGrpSpPr>
        <p:grpSpPr>
          <a:xfrm>
            <a:off x="4571994" y="2268219"/>
            <a:ext cx="5022035" cy="4764449"/>
            <a:chOff x="4571994" y="2268219"/>
            <a:chExt cx="5022035" cy="4764449"/>
          </a:xfrm>
        </p:grpSpPr>
        <p:pic>
          <p:nvPicPr>
            <p:cNvPr id="1520" name="Google Shape;1520;p38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21" name="Google Shape;1521;p38"/>
            <p:cNvGrpSpPr/>
            <p:nvPr/>
          </p:nvGrpSpPr>
          <p:grpSpPr>
            <a:xfrm rot="10800000">
              <a:off x="4571994" y="2268219"/>
              <a:ext cx="5022035" cy="4764449"/>
              <a:chOff x="-494405" y="-1584825"/>
              <a:chExt cx="4397193" cy="4171657"/>
            </a:xfrm>
          </p:grpSpPr>
          <p:grpSp>
            <p:nvGrpSpPr>
              <p:cNvPr id="1522" name="Google Shape;1522;p38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523" name="Google Shape;1523;p38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4" name="Google Shape;1524;p38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5" name="Google Shape;1525;p38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526" name="Google Shape;1526;p38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7" name="Google Shape;1527;p38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8" name="Google Shape;1528;p38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9" name="Google Shape;1529;p38"/>
              <p:cNvGrpSpPr/>
              <p:nvPr/>
            </p:nvGrpSpPr>
            <p:grpSpPr>
              <a:xfrm>
                <a:off x="-1" y="621223"/>
                <a:ext cx="699940" cy="478601"/>
                <a:chOff x="39723" y="4349021"/>
                <a:chExt cx="1061964" cy="726143"/>
              </a:xfrm>
            </p:grpSpPr>
            <p:grpSp>
              <p:nvGrpSpPr>
                <p:cNvPr id="1530" name="Google Shape;1530;p3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531" name="Google Shape;1531;p3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532" name="Google Shape;1532;p38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533" name="Google Shape;1533;p3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34" name="Google Shape;1534;p3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35" name="Google Shape;1535;p3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36" name="Google Shape;1536;p3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37" name="Google Shape;1537;p3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538" name="Google Shape;1538;p3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9" name="Google Shape;1539;p38"/>
              <p:cNvGrpSpPr/>
              <p:nvPr/>
            </p:nvGrpSpPr>
            <p:grpSpPr>
              <a:xfrm>
                <a:off x="955673" y="11"/>
                <a:ext cx="592576" cy="405260"/>
                <a:chOff x="39723" y="4349021"/>
                <a:chExt cx="1061964" cy="726143"/>
              </a:xfrm>
            </p:grpSpPr>
            <p:grpSp>
              <p:nvGrpSpPr>
                <p:cNvPr id="1540" name="Google Shape;1540;p3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541" name="Google Shape;1541;p3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542" name="Google Shape;1542;p38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543" name="Google Shape;1543;p3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44" name="Google Shape;1544;p3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45" name="Google Shape;1545;p3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46" name="Google Shape;1546;p3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47" name="Google Shape;1547;p3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548" name="Google Shape;1548;p3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49" name="Google Shape;1549;p38"/>
              <p:cNvGrpSpPr/>
              <p:nvPr/>
            </p:nvGrpSpPr>
            <p:grpSpPr>
              <a:xfrm>
                <a:off x="441574" y="-36652"/>
                <a:ext cx="699940" cy="478601"/>
                <a:chOff x="39723" y="4349021"/>
                <a:chExt cx="1061964" cy="726143"/>
              </a:xfrm>
            </p:grpSpPr>
            <p:grpSp>
              <p:nvGrpSpPr>
                <p:cNvPr id="1550" name="Google Shape;1550;p3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551" name="Google Shape;1551;p3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552" name="Google Shape;1552;p38"/>
                  <p:cNvGrpSpPr/>
                  <p:nvPr/>
                </p:nvGrpSpPr>
                <p:grpSpPr>
                  <a:xfrm>
                    <a:off x="1232795" y="-1740829"/>
                    <a:ext cx="717622" cy="717393"/>
                    <a:chOff x="1483457" y="3953671"/>
                    <a:chExt cx="717622" cy="717393"/>
                  </a:xfrm>
                </p:grpSpPr>
                <p:sp>
                  <p:nvSpPr>
                    <p:cNvPr id="1553" name="Google Shape;1553;p3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54" name="Google Shape;1554;p3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55" name="Google Shape;1555;p3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56" name="Google Shape;1556;p3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557" name="Google Shape;1557;p3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</a:srgbClr>
                        </a:gs>
                        <a:gs pos="100000">
                          <a:srgbClr val="FFFFFF">
                            <a:alpha val="46666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558" name="Google Shape;1558;p3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59" name="Google Shape;1559;p38"/>
              <p:cNvGrpSpPr/>
              <p:nvPr/>
            </p:nvGrpSpPr>
            <p:grpSpPr>
              <a:xfrm>
                <a:off x="-494405" y="-252396"/>
                <a:ext cx="1741563" cy="1288563"/>
                <a:chOff x="-494405" y="-252396"/>
                <a:chExt cx="1741563" cy="1288563"/>
              </a:xfrm>
            </p:grpSpPr>
            <p:sp>
              <p:nvSpPr>
                <p:cNvPr id="1560" name="Google Shape;1560;p38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1" name="Google Shape;1561;p38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62" name="Google Shape;1562;p38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563" name="Google Shape;1563;p3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4" name="Google Shape;1564;p3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65" name="Google Shape;1565;p38"/>
          <p:cNvGrpSpPr/>
          <p:nvPr/>
        </p:nvGrpSpPr>
        <p:grpSpPr>
          <a:xfrm>
            <a:off x="774450" y="3019701"/>
            <a:ext cx="5944442" cy="134100"/>
            <a:chOff x="774450" y="3019701"/>
            <a:chExt cx="5944442" cy="134100"/>
          </a:xfrm>
        </p:grpSpPr>
        <p:sp>
          <p:nvSpPr>
            <p:cNvPr id="1566" name="Google Shape;1566;p38"/>
            <p:cNvSpPr/>
            <p:nvPr/>
          </p:nvSpPr>
          <p:spPr>
            <a:xfrm>
              <a:off x="6584792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7" name="Google Shape;1567;p38"/>
            <p:cNvCxnSpPr/>
            <p:nvPr/>
          </p:nvCxnSpPr>
          <p:spPr>
            <a:xfrm>
              <a:off x="774450" y="3086750"/>
              <a:ext cx="5848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8" name="Google Shape;1568;p38"/>
            <p:cNvSpPr/>
            <p:nvPr/>
          </p:nvSpPr>
          <p:spPr>
            <a:xfrm>
              <a:off x="6614904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Google Shape;157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1213" y="868225"/>
            <a:ext cx="4481575" cy="34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